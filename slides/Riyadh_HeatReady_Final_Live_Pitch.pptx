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b2be4a2fe94717" /><Relationship Type="http://schemas.openxmlformats.org/officeDocument/2006/relationships/extended-properties" Target="/docProps/app.xml" Id="R3620f0737d44449d" /><Relationship Type="http://schemas.openxmlformats.org/officeDocument/2006/relationships/officeDocument" Target="/ppt/presentation.xml" Id="R1363e316435e45dc" /></Relationships>
</file>

<file path=ppt/presentation.xml><?xml version="1.0" encoding="utf-8"?>
<p:presentation xmlns:p="http://schemas.openxmlformats.org/presentationml/2006/main">
  <p:sldMasterIdLst>
    <p:sldMasterId xmlns:r="http://schemas.openxmlformats.org/officeDocument/2006/relationships" id="2147483648" r:id="R006f8b4fbf0b40da"/>
  </p:sldMasterIdLst>
  <p:notesMasterIdLst>
    <p:notesMasterId xmlns:r="http://schemas.openxmlformats.org/officeDocument/2006/relationships" r:id="R6c7b761ef52a4769"/>
  </p:notesMasterIdLst>
  <p:sldIdLst>
    <p:sldId xmlns:r="http://schemas.openxmlformats.org/officeDocument/2006/relationships" id="256" r:id="R18563c48a6a04ad2"/>
    <p:sldId xmlns:r="http://schemas.openxmlformats.org/officeDocument/2006/relationships" id="257" r:id="Recd1b37b88b54c1a"/>
    <p:sldId xmlns:r="http://schemas.openxmlformats.org/officeDocument/2006/relationships" id="258" r:id="R4bed4341ed7c4769"/>
    <p:sldId xmlns:r="http://schemas.openxmlformats.org/officeDocument/2006/relationships" id="259" r:id="R72339d1786b242f2"/>
    <p:sldId xmlns:r="http://schemas.openxmlformats.org/officeDocument/2006/relationships" id="260" r:id="R9b6fcda66c3d40db"/>
    <p:sldId xmlns:r="http://schemas.openxmlformats.org/officeDocument/2006/relationships" id="261" r:id="R2552be2db2044d12"/>
    <p:sldId xmlns:r="http://schemas.openxmlformats.org/officeDocument/2006/relationships" id="262" r:id="R3afd2fcc714a4f5e"/>
    <p:sldId xmlns:r="http://schemas.openxmlformats.org/officeDocument/2006/relationships" id="263" r:id="Rc1beec7d787d4bcd"/>
    <p:sldId xmlns:r="http://schemas.openxmlformats.org/officeDocument/2006/relationships" id="264" r:id="R27ae2143e954438a"/>
    <p:sldId xmlns:r="http://schemas.openxmlformats.org/officeDocument/2006/relationships" id="265" r:id="Rfa8c3c676abe45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136985f6ea4e9b" /><Relationship Type="http://schemas.openxmlformats.org/officeDocument/2006/relationships/slideMaster" Target="/ppt/slideMasters/slideMaster1.xml" Id="R006f8b4fbf0b40da" /><Relationship Type="http://schemas.openxmlformats.org/officeDocument/2006/relationships/notesMaster" Target="/ppt/notesMasters/notesMaster1.xml" Id="R6c7b761ef52a4769" /><Relationship Type="http://schemas.openxmlformats.org/officeDocument/2006/relationships/presProps" Target="/ppt/presProps.xml" Id="Rd8286abcd8b24492" /><Relationship Type="http://schemas.openxmlformats.org/officeDocument/2006/relationships/tableStyles" Target="/ppt/tableStyles.xml" Id="Rdef348a69c184a17" /><Relationship Type="http://schemas.openxmlformats.org/officeDocument/2006/relationships/slide" Target="/ppt/slides/slide1.xml" Id="R18563c48a6a04ad2" /><Relationship Type="http://schemas.openxmlformats.org/officeDocument/2006/relationships/slide" Target="/ppt/slides/slide2.xml" Id="Recd1b37b88b54c1a" /><Relationship Type="http://schemas.openxmlformats.org/officeDocument/2006/relationships/slide" Target="/ppt/slides/slide3.xml" Id="R4bed4341ed7c4769" /><Relationship Type="http://schemas.openxmlformats.org/officeDocument/2006/relationships/slide" Target="/ppt/slides/slide4.xml" Id="R72339d1786b242f2" /><Relationship Type="http://schemas.openxmlformats.org/officeDocument/2006/relationships/slide" Target="/ppt/slides/slide5.xml" Id="R9b6fcda66c3d40db" /><Relationship Type="http://schemas.openxmlformats.org/officeDocument/2006/relationships/slide" Target="/ppt/slides/slide6.xml" Id="R2552be2db2044d12" /><Relationship Type="http://schemas.openxmlformats.org/officeDocument/2006/relationships/slide" Target="/ppt/slides/slide7.xml" Id="R3afd2fcc714a4f5e" /><Relationship Type="http://schemas.openxmlformats.org/officeDocument/2006/relationships/slide" Target="/ppt/slides/slide8.xml" Id="Rc1beec7d787d4bcd" /><Relationship Type="http://schemas.openxmlformats.org/officeDocument/2006/relationships/slide" Target="/ppt/slides/slide9.xml" Id="R27ae2143e954438a" /><Relationship Type="http://schemas.openxmlformats.org/officeDocument/2006/relationships/slide" Target="/ppt/slides/slide10.xml" Id="Rfa8c3c676abe45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b153e8d06b40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81c89dbc3044f1" /><Relationship Type="http://schemas.openxmlformats.org/officeDocument/2006/relationships/notesMaster" Target="/ppt/notesMasters/notesMaster1.xml" Id="Rf3683f6c670c4f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ac73a39f174b07" /><Relationship Type="http://schemas.openxmlformats.org/officeDocument/2006/relationships/notesMaster" Target="/ppt/notesMasters/notesMaster1.xml" Id="Re8b97ab92f3f47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0ad9f10a5a4f2e" /><Relationship Type="http://schemas.openxmlformats.org/officeDocument/2006/relationships/notesMaster" Target="/ppt/notesMasters/notesMaster1.xml" Id="Re3b8223a333f4f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4fbf25b5f94ab6" /><Relationship Type="http://schemas.openxmlformats.org/officeDocument/2006/relationships/notesMaster" Target="/ppt/notesMasters/notesMaster1.xml" Id="R66b91351c4c64a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619f5cff044132" /><Relationship Type="http://schemas.openxmlformats.org/officeDocument/2006/relationships/notesMaster" Target="/ppt/notesMasters/notesMaster1.xml" Id="R41cd2cca8f5f4b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827cb58dae4e8f" /><Relationship Type="http://schemas.openxmlformats.org/officeDocument/2006/relationships/notesMaster" Target="/ppt/notesMasters/notesMaster1.xml" Id="Rad8d9a4b61f347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7c4879134a4c59" /><Relationship Type="http://schemas.openxmlformats.org/officeDocument/2006/relationships/notesMaster" Target="/ppt/notesMasters/notesMaster1.xml" Id="R6d3e006308354e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9d447abf6b4b82" /><Relationship Type="http://schemas.openxmlformats.org/officeDocument/2006/relationships/notesMaster" Target="/ppt/notesMasters/notesMaster1.xml" Id="Rba1d689f507f4c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eb505732c443cf" /><Relationship Type="http://schemas.openxmlformats.org/officeDocument/2006/relationships/notesMaster" Target="/ppt/notesMasters/notesMaster1.xml" Id="R84956d48286243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8b7207e26a4283" /><Relationship Type="http://schemas.openxmlformats.org/officeDocument/2006/relationships/notesMaster" Target="/ppt/notesMasters/notesMaster1.xml" Id="R4401926ff0324b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 Yusuf. Good afternoon. We are Team Milkaholics, and this is Riyadh HeatReady. We used satellite and population data to answer a simple question: when a planning team has limited time, which parts of southeast Riyadh should they inspect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0:15-0:55 | Yusuf. In our study area, the information a planner needs is spread across separate maps. One map shows growth, another heat, another population and another vegetation. Comparing them takes time. HeatReady combines them and ranks one-kilometre areas. The highest-ranked areas are the places we suggest checking first. It does not choose an intervention or make a planning decision. A local team would still compare the result with city plans and visit the area. We have not interviewed municipal users yet, so that is an important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0:55-1:10 | Yusuf. I am Yusuf, and I will explain the data, method and demo. Raed will cover the validation, the limits and how we would test HeatReady with a municipal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1:10-2:15 | Yusuf. We used open satellite data, and each source had one job. Annual land-cover maps showed where built-up land may have appeared between 2018 and 2023. We checked those areas with Sentinel-2 optical images and Sentinel-1 radar, because bright desert can sometimes look like buildings. Landsat gave us land surface temperature, WorldPop gave a population estimate, and Sentinel-2 also gave vegetation. The annual maps first flagged 13.82 square kilometres. After the optical and radar checks, 3.74 square kilometres remained. We then scored each eligible one-kilometre area: 40 percent heat, 30 percent population, 20 percent confirmed growth and 10 percent low vegetation. These weights are starting assumptions for this proof of concept. A real user should review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2:15-3:45 | Yusuf. Here is the result. Sixty-seven cells contained confirmed growth, and fourteen were labelled high priority. R05C10 ranked first with a score of about 78.7. The chart shows why: its score combines heat, population, growth and vegetation. It is not a hidden prediction. [Open outputs/dashboard.html and go to Decision output.] The report shows the same map and a short table. Here is R05C10 at the top. A planner can also use the result as a CSV, GeoJSON or GeoTIFF file in a spreadsheet or GIS. [Return to slide 5.] A high score means inspect this area early. It does not mean a specific project should start there. Raed will now explain the validation, the limits and what makes this method different.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3:45-4:40 | Raed. We tested the built-up model on the eastern part of the study area, separate from the training area, using ESA WorldCover as a reference. It reached an F1 score of 0.88, an overlap score of 0.78 and balanced accuracy of 0.89. In simple terms, the model and the satellite reference agreed well. But this does not prove field accuracy. Landsat measures surface temperature, not air temperature or personal heat exposure. WorldPop is an estimate, not a live population count. Bright desert and roofs can still confuse the model. The weights in our final score are also our choices. HeatReady should guide inspection, not make an automatic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4:40-5:20 | Raed. The main difference is that we do not rely on one image or one index. Annual maps suggest where growth may have happened, then optical and radar data check that signal. In the Tanager scene, unbuilt desert scored higher than established built land on a common built-up index. This shows why one threshold can mislead us. Each final score also keeps its four parts visible, so a planner can see why an area ranked highly.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5:20-6:15 | Raed. Our next step is small and practical. First, we would meet planners or GIS staff and learn how they choose areas today. Then we would check the top five HeatReady areas against local plans and field observations. We would record which results were useful and which were false alarms. Based on that, we would change the weights and add missing local information, such as worker exposure or planned projects. Finally, we would repeat the test in another part of Riyadh. The goal is to learn whether HeatReady saves time without sending staff to the wrong places. Thank you. We are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Open if a judge asks for exact source dates, roles or licences.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Use for questions about leakage, train-test geography, annual trend uncertainty or the difference between satellite agreement and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477949b3174f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8d3a824b5644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7bc60dfa6647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8ebf441f9f41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c226f6f19b4f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41db343eaf4f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910520-6BAD-4C5F-8785-12402504F0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CCA530-3E25-42F2-B8F1-C6A3C6EC9B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FA8B9B-372C-4ADC-93E9-C73FF5E34E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358748-5826-49DF-96DE-F313D8BEE7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FA2CEE-1EDA-4E7A-9D6F-ABADA9FA53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093011-8CA6-4AD1-81D0-68CE197915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C3472C-0CE9-4E0C-BFB4-902E59DA8E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A5598A-EBFF-4606-80BD-6A14BB7133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98C279-F1D3-4367-AF25-8617270372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2302A9-A652-4742-B80F-7CCC819650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22a29522a34c13" /><Relationship Type="http://schemas.openxmlformats.org/officeDocument/2006/relationships/slideLayout" Target="/ppt/slideLayouts/slideLayout1.xml" Id="Re47ddc155c604d91" /><Relationship Type="http://schemas.openxmlformats.org/officeDocument/2006/relationships/slideLayout" Target="/ppt/slideLayouts/slideLayout2.xml" Id="R0512d027d42a43cc" /><Relationship Type="http://schemas.openxmlformats.org/officeDocument/2006/relationships/slideLayout" Target="/ppt/slideLayouts/slideLayout3.xml" Id="R1bcfed9b032c4b08" /><Relationship Type="http://schemas.openxmlformats.org/officeDocument/2006/relationships/slideLayout" Target="/ppt/slideLayouts/slideLayout4.xml" Id="R16d05f55d6cf44ff" /><Relationship Type="http://schemas.openxmlformats.org/officeDocument/2006/relationships/slideLayout" Target="/ppt/slideLayouts/slideLayout5.xml" Id="R8ffc727a93984b4a" /><Relationship Type="http://schemas.openxmlformats.org/officeDocument/2006/relationships/slideLayout" Target="/ppt/slideLayouts/slideLayout6.xml" Id="R25466cfd9e4449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7ddc155c604d91"/>
    <p:sldLayoutId xmlns:r="http://schemas.openxmlformats.org/officeDocument/2006/relationships" id="2147483650" r:id="R0512d027d42a43cc"/>
    <p:sldLayoutId xmlns:r="http://schemas.openxmlformats.org/officeDocument/2006/relationships" id="2147483651" r:id="R1bcfed9b032c4b08"/>
    <p:sldLayoutId xmlns:r="http://schemas.openxmlformats.org/officeDocument/2006/relationships" id="2147483652" r:id="R16d05f55d6cf44ff"/>
    <p:sldLayoutId xmlns:r="http://schemas.openxmlformats.org/officeDocument/2006/relationships" id="2147483653" r:id="R8ffc727a93984b4a"/>
    <p:sldLayoutId xmlns:r="http://schemas.openxmlformats.org/officeDocument/2006/relationships" id="2147483654" r:id="R25466cfd9e4449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585ceced55445d" /><Relationship Type="http://schemas.openxmlformats.org/officeDocument/2006/relationships/image" Target="/ppt/media/image.png" Id="R3e5a5b773edc4d32" /><Relationship Type="http://schemas.openxmlformats.org/officeDocument/2006/relationships/notesSlide" Target="/ppt/notesSlides/notesSlide1.xml" Id="R6863a2aeb73046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232008d7c94d10" /><Relationship Type="http://schemas.openxmlformats.org/officeDocument/2006/relationships/notesSlide" Target="/ppt/notesSlides/notesSlide2.xml" Id="Ra00a4cbe083340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8cd6917a2d4944" /><Relationship Type="http://schemas.openxmlformats.org/officeDocument/2006/relationships/notesSlide" Target="/ppt/notesSlides/notesSlide3.xml" Id="R4a7ef104efac42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8145a8933a4552" /><Relationship Type="http://schemas.openxmlformats.org/officeDocument/2006/relationships/image" Target="/ppt/media/image2.png" Id="R416f43975b75499a" /><Relationship Type="http://schemas.openxmlformats.org/officeDocument/2006/relationships/notesSlide" Target="/ppt/notesSlides/notesSlide4.xml" Id="Rb792c39989a04f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9d43583af34d6f" /><Relationship Type="http://schemas.openxmlformats.org/officeDocument/2006/relationships/image" Target="/ppt/media/image3.png" Id="Rf0de59d5bc044244" /><Relationship Type="http://schemas.openxmlformats.org/officeDocument/2006/relationships/image" Target="/ppt/media/image4.png" Id="R2fcd672524744a6f" /><Relationship Type="http://schemas.openxmlformats.org/officeDocument/2006/relationships/notesSlide" Target="/ppt/notesSlides/notesSlide5.xml" Id="R46b4c9648cb446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e234326e474257" /><Relationship Type="http://schemas.openxmlformats.org/officeDocument/2006/relationships/image" Target="/ppt/media/image5.png" Id="R0223e8f693fa462f" /><Relationship Type="http://schemas.openxmlformats.org/officeDocument/2006/relationships/notesSlide" Target="/ppt/notesSlides/notesSlide6.xml" Id="Rc0f03cabfe4b4f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388080c9bea45d3" /><Relationship Type="http://schemas.openxmlformats.org/officeDocument/2006/relationships/image" Target="/ppt/media/image6.png" Id="Rc8aea9332bfd4210" /><Relationship Type="http://schemas.openxmlformats.org/officeDocument/2006/relationships/notesSlide" Target="/ppt/notesSlides/notesSlide7.xml" Id="R37b05b52642e4e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eb4afc29dd4f69" /><Relationship Type="http://schemas.openxmlformats.org/officeDocument/2006/relationships/notesSlide" Target="/ppt/notesSlides/notesSlide8.xml" Id="R6a81b4dad26849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b9e9a5242747eb" /><Relationship Type="http://schemas.openxmlformats.org/officeDocument/2006/relationships/notesSlide" Target="/ppt/notesSlides/notesSlide9.xml" Id="R7e97a1a483764f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6f33fb876324bfb" /><Relationship Type="http://schemas.openxmlformats.org/officeDocument/2006/relationships/image" Target="/ppt/media/image7.png" Id="R68f2d6f2de7e4214" /><Relationship Type="http://schemas.openxmlformats.org/officeDocument/2006/relationships/notesSlide" Target="/ppt/notesSlides/notesSlide10.xml" Id="Ra17847dfa66a412d" /></Relationships>
</file>

<file path=ppt/slides/slide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69BCA56-446A-49BF-84AE-B0D04673EAD6}"/>
              </a:ext>
            </a:extLst>
          </p:cNvPr>
          <p:cNvPicPr>
            <a:picLocks xmlns:a="http://schemas.openxmlformats.org/drawingml/2006/main" noChangeAspect="1"/>
          </p:cNvPicPr>
          <p:nvPr/>
        </p:nvPicPr>
        <p:blipFill>
          <a:blip xmlns:r="http://schemas.openxmlformats.org/officeDocument/2006/relationships" xmlns:a="http://schemas.openxmlformats.org/drawingml/2006/main" r:embed="R3e5a5b773edc4d32"/>
          <a:srcRect xmlns:a="http://schemas.openxmlformats.org/drawingml/2006/main" l="4671" t="0" r="46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814BA3-110E-43F9-91C5-B3D8CF4FE9A3}"/>
              </a:ext>
            </a:extLst>
          </p:cNvPr>
          <p:cNvSpPr>
            <a:spLocks xmlns:a="http://schemas.openxmlformats.org/drawingml/2006/main" noGrp="1"/>
          </p:cNvSpPr>
          <p:nvPr/>
        </p:nvSpPr>
        <p:spPr>
          <a:xfrm xmlns:a="http://schemas.openxmlformats.org/drawingml/2006/main">
            <a:off x="6191250" y="0"/>
            <a:ext cx="762000" cy="68580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0BCC33-9639-4C9B-A0EB-F69FB9FFB49A}"/>
              </a:ext>
            </a:extLst>
          </p:cNvPr>
          <p:cNvSpPr>
            <a:spLocks xmlns:a="http://schemas.openxmlformats.org/drawingml/2006/main" noGrp="1"/>
          </p:cNvSpPr>
          <p:nvPr/>
        </p:nvSpPr>
        <p:spPr>
          <a:xfrm xmlns:a="http://schemas.openxmlformats.org/drawingml/2006/main">
            <a:off x="6572250" y="0"/>
            <a:ext cx="5619750" cy="6096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37E6B4-3357-4B70-9520-02BE0355FDA0}"/>
              </a:ext>
            </a:extLst>
          </p:cNvPr>
          <p:cNvSpPr>
            <a:spLocks xmlns:a="http://schemas.openxmlformats.org/drawingml/2006/main" noGrp="1"/>
          </p:cNvSpPr>
          <p:nvPr/>
        </p:nvSpPr>
        <p:spPr>
          <a:xfrm xmlns:a="http://schemas.openxmlformats.org/drawingml/2006/main">
            <a:off x="6819900" y="15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1AA58F"/>
                </a:solidFill>
                <a:latin typeface="Arial"/>
                <a:ea typeface="Arial"/>
                <a:cs typeface="Arial"/>
              </a:defRPr>
            </a:defPPr>
            <a:lvl1pPr algn="ctr">
              <a:defRPr sz="1125" b="1">
                <a:solidFill>
                  <a:srgbClr val="1AA58F"/>
                </a:solidFill>
                <a:latin typeface="Arial"/>
                <a:ea typeface="Arial"/>
                <a:cs typeface="Arial"/>
              </a:defRPr>
            </a:lvl1pPr>
            <a:lvl2pPr algn="ctr">
              <a:defRPr sz="1125" b="1">
                <a:solidFill>
                  <a:srgbClr val="1AA58F"/>
                </a:solidFill>
                <a:latin typeface="Arial"/>
                <a:ea typeface="Arial"/>
                <a:cs typeface="Arial"/>
              </a:defRPr>
            </a:lvl2pPr>
            <a:lvl3pPr algn="ctr">
              <a:defRPr sz="1125" b="1">
                <a:solidFill>
                  <a:srgbClr val="1AA58F"/>
                </a:solidFill>
                <a:latin typeface="Arial"/>
                <a:ea typeface="Arial"/>
                <a:cs typeface="Arial"/>
              </a:defRPr>
            </a:lvl3pPr>
            <a:lvl4pPr algn="ctr">
              <a:defRPr sz="1125" b="1">
                <a:solidFill>
                  <a:srgbClr val="1AA58F"/>
                </a:solidFill>
                <a:latin typeface="Arial"/>
                <a:ea typeface="Arial"/>
                <a:cs typeface="Arial"/>
              </a:defRPr>
            </a:lvl4pPr>
            <a:lvl5pPr algn="ctr">
              <a:defRPr sz="1125" b="1">
                <a:solidFill>
                  <a:srgbClr val="1AA58F"/>
                </a:solidFill>
                <a:latin typeface="Arial"/>
                <a:ea typeface="Arial"/>
                <a:cs typeface="Arial"/>
              </a:defRPr>
            </a:lvl5pPr>
            <a:lvl6pPr algn="ctr">
              <a:defRPr sz="1125" b="1">
                <a:solidFill>
                  <a:srgbClr val="1AA58F"/>
                </a:solidFill>
                <a:latin typeface="Arial"/>
                <a:ea typeface="Arial"/>
                <a:cs typeface="Arial"/>
              </a:defRPr>
            </a:lvl6pPr>
            <a:lvl7pPr algn="ctr">
              <a:defRPr sz="1125" b="1">
                <a:solidFill>
                  <a:srgbClr val="1AA58F"/>
                </a:solidFill>
                <a:latin typeface="Arial"/>
                <a:ea typeface="Arial"/>
                <a:cs typeface="Arial"/>
              </a:defRPr>
            </a:lvl7pPr>
            <a:lvl8pPr algn="ctr">
              <a:defRPr sz="1125" b="1">
                <a:solidFill>
                  <a:srgbClr val="1AA58F"/>
                </a:solidFill>
                <a:latin typeface="Arial"/>
                <a:ea typeface="Arial"/>
                <a:cs typeface="Arial"/>
              </a:defRPr>
            </a:lvl8pPr>
            <a:lvl9pPr algn="ctr">
              <a:defRPr sz="1125" b="1">
                <a:solidFill>
                  <a:srgbClr val="1AA58F"/>
                </a:solidFill>
                <a:latin typeface="Arial"/>
                <a:ea typeface="Arial"/>
                <a:cs typeface="Arial"/>
              </a:defRPr>
            </a:lvl9pPr>
          </a:lstStyle>
          <a:p xmlns:a="http://schemas.openxmlformats.org/drawingml/2006/main">
            <a:pPr algn="ctr">
              <a:defRPr sz="1125" b="1">
                <a:solidFill>
                  <a:srgbClr val="1AA58F"/>
                </a:solidFill>
                <a:latin typeface="Arial"/>
                <a:ea typeface="Arial"/>
                <a:cs typeface="Arial"/>
              </a:defRPr>
            </a:pPr>
            <a:r>
              <a:rPr sz="1125" b="1">
                <a:solidFill>
                  <a:srgbClr val="1AA58F"/>
                </a:solidFill>
                <a:latin typeface="Arial"/>
                <a:ea typeface="Arial"/>
                <a:cs typeface="Arial"/>
              </a:rPr>
              <a:t>PRIORITY MAP</a:t>
            </a:r>
          </a:p>
        </p:txBody>
      </p:sp>
      <p:sp>
        <p:nvSpPr>
          <p:cNvPr id="5" name="">
            <a:extLst xmlns:a="http://schemas.openxmlformats.org/drawingml/2006/main">
              <a:ext uri="{FF2B5EF4-FFF2-40B4-BE49-F238E27FC236}">
                <a16:creationId xmlns:a16="http://schemas.microsoft.com/office/drawing/2014/main" id="{8E9CA7D5-B86E-406F-B1E0-BF49E95E072E}"/>
              </a:ext>
            </a:extLst>
          </p:cNvPr>
          <p:cNvSpPr>
            <a:spLocks xmlns:a="http://schemas.openxmlformats.org/drawingml/2006/main" noGrp="1"/>
          </p:cNvSpPr>
          <p:nvPr/>
        </p:nvSpPr>
        <p:spPr>
          <a:xfrm xmlns:a="http://schemas.openxmlformats.org/drawingml/2006/main">
            <a:off x="6477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AA58F"/>
                </a:solidFill>
                <a:latin typeface="Arial"/>
                <a:ea typeface="Arial"/>
                <a:cs typeface="Arial"/>
              </a:defRPr>
            </a:defPPr>
            <a:lvl1pPr algn="l">
              <a:defRPr sz="1275" b="1">
                <a:solidFill>
                  <a:srgbClr val="1AA58F"/>
                </a:solidFill>
                <a:latin typeface="Arial"/>
                <a:ea typeface="Arial"/>
                <a:cs typeface="Arial"/>
              </a:defRPr>
            </a:lvl1pPr>
            <a:lvl2pPr algn="l">
              <a:defRPr sz="1275" b="1">
                <a:solidFill>
                  <a:srgbClr val="1AA58F"/>
                </a:solidFill>
                <a:latin typeface="Arial"/>
                <a:ea typeface="Arial"/>
                <a:cs typeface="Arial"/>
              </a:defRPr>
            </a:lvl2pPr>
            <a:lvl3pPr algn="l">
              <a:defRPr sz="1275" b="1">
                <a:solidFill>
                  <a:srgbClr val="1AA58F"/>
                </a:solidFill>
                <a:latin typeface="Arial"/>
                <a:ea typeface="Arial"/>
                <a:cs typeface="Arial"/>
              </a:defRPr>
            </a:lvl3pPr>
            <a:lvl4pPr algn="l">
              <a:defRPr sz="1275" b="1">
                <a:solidFill>
                  <a:srgbClr val="1AA58F"/>
                </a:solidFill>
                <a:latin typeface="Arial"/>
                <a:ea typeface="Arial"/>
                <a:cs typeface="Arial"/>
              </a:defRPr>
            </a:lvl4pPr>
            <a:lvl5pPr algn="l">
              <a:defRPr sz="1275" b="1">
                <a:solidFill>
                  <a:srgbClr val="1AA58F"/>
                </a:solidFill>
                <a:latin typeface="Arial"/>
                <a:ea typeface="Arial"/>
                <a:cs typeface="Arial"/>
              </a:defRPr>
            </a:lvl5pPr>
            <a:lvl6pPr algn="l">
              <a:defRPr sz="1275" b="1">
                <a:solidFill>
                  <a:srgbClr val="1AA58F"/>
                </a:solidFill>
                <a:latin typeface="Arial"/>
                <a:ea typeface="Arial"/>
                <a:cs typeface="Arial"/>
              </a:defRPr>
            </a:lvl6pPr>
            <a:lvl7pPr algn="l">
              <a:defRPr sz="1275" b="1">
                <a:solidFill>
                  <a:srgbClr val="1AA58F"/>
                </a:solidFill>
                <a:latin typeface="Arial"/>
                <a:ea typeface="Arial"/>
                <a:cs typeface="Arial"/>
              </a:defRPr>
            </a:lvl7pPr>
            <a:lvl8pPr algn="l">
              <a:defRPr sz="1275" b="1">
                <a:solidFill>
                  <a:srgbClr val="1AA58F"/>
                </a:solidFill>
                <a:latin typeface="Arial"/>
                <a:ea typeface="Arial"/>
                <a:cs typeface="Arial"/>
              </a:defRPr>
            </a:lvl8pPr>
            <a:lvl9pPr algn="l">
              <a:defRPr sz="1275" b="1">
                <a:solidFill>
                  <a:srgbClr val="1AA58F"/>
                </a:solidFill>
                <a:latin typeface="Arial"/>
                <a:ea typeface="Arial"/>
                <a:cs typeface="Arial"/>
              </a:defRPr>
            </a:lvl9pPr>
          </a:lstStyle>
          <a:p xmlns:a="http://schemas.openxmlformats.org/drawingml/2006/main">
            <a:pPr algn="l">
              <a:defRPr sz="1275" b="1">
                <a:solidFill>
                  <a:srgbClr val="1AA58F"/>
                </a:solidFill>
                <a:latin typeface="Arial"/>
                <a:ea typeface="Arial"/>
                <a:cs typeface="Arial"/>
              </a:defRPr>
            </a:pPr>
            <a:r>
              <a:rPr sz="1275" b="1">
                <a:solidFill>
                  <a:srgbClr val="1AA58F"/>
                </a:solidFill>
                <a:latin typeface="Arial"/>
                <a:ea typeface="Arial"/>
                <a:cs typeface="Arial"/>
              </a:rPr>
              <a:t>RIYADH HEATREADY</a:t>
            </a:r>
          </a:p>
        </p:txBody>
      </p:sp>
      <p:sp>
        <p:nvSpPr>
          <p:cNvPr id="6" name="">
            <a:extLst xmlns:a="http://schemas.openxmlformats.org/drawingml/2006/main">
              <a:ext uri="{FF2B5EF4-FFF2-40B4-BE49-F238E27FC236}">
                <a16:creationId xmlns:a16="http://schemas.microsoft.com/office/drawing/2014/main" id="{39EAF905-A577-45AE-B024-04ECE4909BAE}"/>
              </a:ext>
            </a:extLst>
          </p:cNvPr>
          <p:cNvSpPr>
            <a:spLocks xmlns:a="http://schemas.openxmlformats.org/drawingml/2006/main" noGrp="1"/>
          </p:cNvSpPr>
          <p:nvPr/>
        </p:nvSpPr>
        <p:spPr>
          <a:xfrm xmlns:a="http://schemas.openxmlformats.org/drawingml/2006/main">
            <a:off x="647700" y="1123950"/>
            <a:ext cx="5143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225" b="1">
                <a:solidFill>
                  <a:srgbClr val="F3F6F2"/>
                </a:solidFill>
                <a:latin typeface="Arial"/>
                <a:ea typeface="Arial"/>
                <a:cs typeface="Arial"/>
              </a:defRPr>
            </a:defPPr>
            <a:lvl1pPr algn="l">
              <a:defRPr sz="3225" b="1">
                <a:solidFill>
                  <a:srgbClr val="F3F6F2"/>
                </a:solidFill>
                <a:latin typeface="Arial"/>
                <a:ea typeface="Arial"/>
                <a:cs typeface="Arial"/>
              </a:defRPr>
            </a:lvl1pPr>
            <a:lvl2pPr algn="l">
              <a:defRPr sz="3225" b="1">
                <a:solidFill>
                  <a:srgbClr val="F3F6F2"/>
                </a:solidFill>
                <a:latin typeface="Arial"/>
                <a:ea typeface="Arial"/>
                <a:cs typeface="Arial"/>
              </a:defRPr>
            </a:lvl2pPr>
            <a:lvl3pPr algn="l">
              <a:defRPr sz="3225" b="1">
                <a:solidFill>
                  <a:srgbClr val="F3F6F2"/>
                </a:solidFill>
                <a:latin typeface="Arial"/>
                <a:ea typeface="Arial"/>
                <a:cs typeface="Arial"/>
              </a:defRPr>
            </a:lvl3pPr>
            <a:lvl4pPr algn="l">
              <a:defRPr sz="3225" b="1">
                <a:solidFill>
                  <a:srgbClr val="F3F6F2"/>
                </a:solidFill>
                <a:latin typeface="Arial"/>
                <a:ea typeface="Arial"/>
                <a:cs typeface="Arial"/>
              </a:defRPr>
            </a:lvl4pPr>
            <a:lvl5pPr algn="l">
              <a:defRPr sz="3225" b="1">
                <a:solidFill>
                  <a:srgbClr val="F3F6F2"/>
                </a:solidFill>
                <a:latin typeface="Arial"/>
                <a:ea typeface="Arial"/>
                <a:cs typeface="Arial"/>
              </a:defRPr>
            </a:lvl5pPr>
            <a:lvl6pPr algn="l">
              <a:defRPr sz="3225" b="1">
                <a:solidFill>
                  <a:srgbClr val="F3F6F2"/>
                </a:solidFill>
                <a:latin typeface="Arial"/>
                <a:ea typeface="Arial"/>
                <a:cs typeface="Arial"/>
              </a:defRPr>
            </a:lvl6pPr>
            <a:lvl7pPr algn="l">
              <a:defRPr sz="3225" b="1">
                <a:solidFill>
                  <a:srgbClr val="F3F6F2"/>
                </a:solidFill>
                <a:latin typeface="Arial"/>
                <a:ea typeface="Arial"/>
                <a:cs typeface="Arial"/>
              </a:defRPr>
            </a:lvl7pPr>
            <a:lvl8pPr algn="l">
              <a:defRPr sz="3225" b="1">
                <a:solidFill>
                  <a:srgbClr val="F3F6F2"/>
                </a:solidFill>
                <a:latin typeface="Arial"/>
                <a:ea typeface="Arial"/>
                <a:cs typeface="Arial"/>
              </a:defRPr>
            </a:lvl8pPr>
            <a:lvl9pPr algn="l">
              <a:defRPr sz="3225" b="1">
                <a:solidFill>
                  <a:srgbClr val="F3F6F2"/>
                </a:solidFill>
                <a:latin typeface="Arial"/>
                <a:ea typeface="Arial"/>
                <a:cs typeface="Arial"/>
              </a:defRPr>
            </a:lvl9pPr>
          </a:lstStyle>
          <a:p xmlns:a="http://schemas.openxmlformats.org/drawingml/2006/main">
            <a:pPr algn="l">
              <a:defRPr sz="3225" b="1">
                <a:solidFill>
                  <a:srgbClr val="F3F6F2"/>
                </a:solidFill>
                <a:latin typeface="Arial"/>
                <a:ea typeface="Arial"/>
                <a:cs typeface="Arial"/>
              </a:defRPr>
            </a:pPr>
            <a:r>
              <a:rPr sz="3225" b="1">
                <a:solidFill>
                  <a:srgbClr val="F3F6F2"/>
                </a:solidFill>
                <a:latin typeface="Arial"/>
                <a:ea typeface="Arial"/>
                <a:cs typeface="Arial"/>
              </a:rPr>
              <a:t>Where should planners</a:t>
            </a:r>
          </a:p>
          <a:p xmlns:a="http://schemas.openxmlformats.org/drawingml/2006/main">
            <a:pPr algn="l">
              <a:defRPr sz="3225" b="1">
                <a:solidFill>
                  <a:srgbClr val="F3F6F2"/>
                </a:solidFill>
                <a:latin typeface="Arial"/>
                <a:ea typeface="Arial"/>
                <a:cs typeface="Arial"/>
              </a:defRPr>
            </a:pPr>
            <a:r>
              <a:rPr sz="3225" b="1">
                <a:solidFill>
                  <a:srgbClr val="F3F6F2"/>
                </a:solidFill>
                <a:latin typeface="Arial"/>
                <a:ea typeface="Arial"/>
                <a:cs typeface="Arial"/>
              </a:rPr>
              <a:t>inspect first?</a:t>
            </a:r>
          </a:p>
        </p:txBody>
      </p:sp>
      <p:sp>
        <p:nvSpPr>
          <p:cNvPr id="7" name="">
            <a:extLst xmlns:a="http://schemas.openxmlformats.org/drawingml/2006/main">
              <a:ext uri="{FF2B5EF4-FFF2-40B4-BE49-F238E27FC236}">
                <a16:creationId xmlns:a16="http://schemas.microsoft.com/office/drawing/2014/main" id="{D6AF54D7-2C61-440E-A3CF-3B00B8BD2371}"/>
              </a:ext>
            </a:extLst>
          </p:cNvPr>
          <p:cNvSpPr>
            <a:spLocks xmlns:a="http://schemas.openxmlformats.org/drawingml/2006/main" noGrp="1"/>
          </p:cNvSpPr>
          <p:nvPr/>
        </p:nvSpPr>
        <p:spPr>
          <a:xfrm xmlns:a="http://schemas.openxmlformats.org/drawingml/2006/main">
            <a:off x="647700" y="253365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a:solidFill>
                  <a:srgbClr val="AFC4C6"/>
                </a:solidFill>
                <a:latin typeface="Arial"/>
                <a:ea typeface="Arial"/>
                <a:cs typeface="Arial"/>
              </a:defRPr>
            </a:defPPr>
            <a:lvl1pPr algn="l">
              <a:defRPr sz="1725">
                <a:solidFill>
                  <a:srgbClr val="AFC4C6"/>
                </a:solidFill>
                <a:latin typeface="Arial"/>
                <a:ea typeface="Arial"/>
                <a:cs typeface="Arial"/>
              </a:defRPr>
            </a:lvl1pPr>
            <a:lvl2pPr algn="l">
              <a:defRPr sz="1725">
                <a:solidFill>
                  <a:srgbClr val="AFC4C6"/>
                </a:solidFill>
                <a:latin typeface="Arial"/>
                <a:ea typeface="Arial"/>
                <a:cs typeface="Arial"/>
              </a:defRPr>
            </a:lvl2pPr>
            <a:lvl3pPr algn="l">
              <a:defRPr sz="1725">
                <a:solidFill>
                  <a:srgbClr val="AFC4C6"/>
                </a:solidFill>
                <a:latin typeface="Arial"/>
                <a:ea typeface="Arial"/>
                <a:cs typeface="Arial"/>
              </a:defRPr>
            </a:lvl3pPr>
            <a:lvl4pPr algn="l">
              <a:defRPr sz="1725">
                <a:solidFill>
                  <a:srgbClr val="AFC4C6"/>
                </a:solidFill>
                <a:latin typeface="Arial"/>
                <a:ea typeface="Arial"/>
                <a:cs typeface="Arial"/>
              </a:defRPr>
            </a:lvl4pPr>
            <a:lvl5pPr algn="l">
              <a:defRPr sz="1725">
                <a:solidFill>
                  <a:srgbClr val="AFC4C6"/>
                </a:solidFill>
                <a:latin typeface="Arial"/>
                <a:ea typeface="Arial"/>
                <a:cs typeface="Arial"/>
              </a:defRPr>
            </a:lvl5pPr>
            <a:lvl6pPr algn="l">
              <a:defRPr sz="1725">
                <a:solidFill>
                  <a:srgbClr val="AFC4C6"/>
                </a:solidFill>
                <a:latin typeface="Arial"/>
                <a:ea typeface="Arial"/>
                <a:cs typeface="Arial"/>
              </a:defRPr>
            </a:lvl6pPr>
            <a:lvl7pPr algn="l">
              <a:defRPr sz="1725">
                <a:solidFill>
                  <a:srgbClr val="AFC4C6"/>
                </a:solidFill>
                <a:latin typeface="Arial"/>
                <a:ea typeface="Arial"/>
                <a:cs typeface="Arial"/>
              </a:defRPr>
            </a:lvl7pPr>
            <a:lvl8pPr algn="l">
              <a:defRPr sz="1725">
                <a:solidFill>
                  <a:srgbClr val="AFC4C6"/>
                </a:solidFill>
                <a:latin typeface="Arial"/>
                <a:ea typeface="Arial"/>
                <a:cs typeface="Arial"/>
              </a:defRPr>
            </a:lvl8pPr>
            <a:lvl9pPr algn="l">
              <a:defRPr sz="1725">
                <a:solidFill>
                  <a:srgbClr val="AFC4C6"/>
                </a:solidFill>
                <a:latin typeface="Arial"/>
                <a:ea typeface="Arial"/>
                <a:cs typeface="Arial"/>
              </a:defRPr>
            </a:lvl9pPr>
          </a:lstStyle>
          <a:p xmlns:a="http://schemas.openxmlformats.org/drawingml/2006/main">
            <a:pPr algn="l">
              <a:defRPr sz="1725">
                <a:solidFill>
                  <a:srgbClr val="AFC4C6"/>
                </a:solidFill>
                <a:latin typeface="Arial"/>
                <a:ea typeface="Arial"/>
                <a:cs typeface="Arial"/>
              </a:defRPr>
            </a:pPr>
            <a:r>
              <a:rPr sz="1725">
                <a:solidFill>
                  <a:srgbClr val="AFC4C6"/>
                </a:solidFill>
                <a:latin typeface="Arial"/>
                <a:ea typeface="Arial"/>
                <a:cs typeface="Arial"/>
              </a:rPr>
              <a:t>Satellite and population data for southeast Riyadh</a:t>
            </a:r>
          </a:p>
        </p:txBody>
      </p:sp>
      <p:sp>
        <p:nvSpPr>
          <p:cNvPr id="8" name="">
            <a:extLst xmlns:a="http://schemas.openxmlformats.org/drawingml/2006/main">
              <a:ext uri="{FF2B5EF4-FFF2-40B4-BE49-F238E27FC236}">
                <a16:creationId xmlns:a16="http://schemas.microsoft.com/office/drawing/2014/main" id="{FED15E1C-D445-4BE5-9ACB-E8DDADBB807E}"/>
              </a:ext>
            </a:extLst>
          </p:cNvPr>
          <p:cNvSpPr>
            <a:spLocks xmlns:a="http://schemas.openxmlformats.org/drawingml/2006/main" noGrp="1"/>
          </p:cNvSpPr>
          <p:nvPr/>
        </p:nvSpPr>
        <p:spPr>
          <a:xfrm xmlns:a="http://schemas.openxmlformats.org/drawingml/2006/main">
            <a:off x="647700" y="3086100"/>
            <a:ext cx="47625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9" name="">
            <a:extLst xmlns:a="http://schemas.openxmlformats.org/drawingml/2006/main">
              <a:ext uri="{FF2B5EF4-FFF2-40B4-BE49-F238E27FC236}">
                <a16:creationId xmlns:a16="http://schemas.microsoft.com/office/drawing/2014/main" id="{835A82FE-7389-41E2-A1C1-04C503AB4775}"/>
              </a:ext>
            </a:extLst>
          </p:cNvPr>
          <p:cNvSpPr>
            <a:spLocks xmlns:a="http://schemas.openxmlformats.org/drawingml/2006/main" noGrp="1"/>
          </p:cNvSpPr>
          <p:nvPr/>
        </p:nvSpPr>
        <p:spPr>
          <a:xfrm xmlns:a="http://schemas.openxmlformats.org/drawingml/2006/main">
            <a:off x="64770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vl1pPr algn="l">
              <a:defRPr sz="975" b="1">
                <a:solidFill>
                  <a:srgbClr val="E2AD2B"/>
                </a:solidFill>
                <a:latin typeface="Arial"/>
                <a:ea typeface="Arial"/>
                <a:cs typeface="Arial"/>
              </a:defRPr>
            </a:lvl1pPr>
            <a:lvl2pPr algn="l">
              <a:defRPr sz="975" b="1">
                <a:solidFill>
                  <a:srgbClr val="E2AD2B"/>
                </a:solidFill>
                <a:latin typeface="Arial"/>
                <a:ea typeface="Arial"/>
                <a:cs typeface="Arial"/>
              </a:defRPr>
            </a:lvl2pPr>
            <a:lvl3pPr algn="l">
              <a:defRPr sz="975" b="1">
                <a:solidFill>
                  <a:srgbClr val="E2AD2B"/>
                </a:solidFill>
                <a:latin typeface="Arial"/>
                <a:ea typeface="Arial"/>
                <a:cs typeface="Arial"/>
              </a:defRPr>
            </a:lvl3pPr>
            <a:lvl4pPr algn="l">
              <a:defRPr sz="975" b="1">
                <a:solidFill>
                  <a:srgbClr val="E2AD2B"/>
                </a:solidFill>
                <a:latin typeface="Arial"/>
                <a:ea typeface="Arial"/>
                <a:cs typeface="Arial"/>
              </a:defRPr>
            </a:lvl4pPr>
            <a:lvl5pPr algn="l">
              <a:defRPr sz="975" b="1">
                <a:solidFill>
                  <a:srgbClr val="E2AD2B"/>
                </a:solidFill>
                <a:latin typeface="Arial"/>
                <a:ea typeface="Arial"/>
                <a:cs typeface="Arial"/>
              </a:defRPr>
            </a:lvl5pPr>
            <a:lvl6pPr algn="l">
              <a:defRPr sz="975" b="1">
                <a:solidFill>
                  <a:srgbClr val="E2AD2B"/>
                </a:solidFill>
                <a:latin typeface="Arial"/>
                <a:ea typeface="Arial"/>
                <a:cs typeface="Arial"/>
              </a:defRPr>
            </a:lvl6pPr>
            <a:lvl7pPr algn="l">
              <a:defRPr sz="975" b="1">
                <a:solidFill>
                  <a:srgbClr val="E2AD2B"/>
                </a:solidFill>
                <a:latin typeface="Arial"/>
                <a:ea typeface="Arial"/>
                <a:cs typeface="Arial"/>
              </a:defRPr>
            </a:lvl7pPr>
            <a:lvl8pPr algn="l">
              <a:defRPr sz="975" b="1">
                <a:solidFill>
                  <a:srgbClr val="E2AD2B"/>
                </a:solidFill>
                <a:latin typeface="Arial"/>
                <a:ea typeface="Arial"/>
                <a:cs typeface="Arial"/>
              </a:defRPr>
            </a:lvl8pPr>
            <a:lvl9pPr algn="l">
              <a:defRPr sz="975" b="1">
                <a:solidFill>
                  <a:srgbClr val="E2AD2B"/>
                </a:solidFill>
                <a:latin typeface="Arial"/>
                <a:ea typeface="Arial"/>
                <a:cs typeface="Arial"/>
              </a:defRPr>
            </a:lvl9pPr>
          </a:lstStyle>
          <a:p xmlns:a="http://schemas.openxmlformats.org/drawingml/2006/main">
            <a:pPr algn="l">
              <a:defRPr sz="975" b="1">
                <a:solidFill>
                  <a:srgbClr val="E2AD2B"/>
                </a:solidFill>
                <a:latin typeface="Arial"/>
                <a:ea typeface="Arial"/>
                <a:cs typeface="Arial"/>
              </a:defRPr>
            </a:pPr>
            <a:r>
              <a:rPr sz="975" b="1">
                <a:solidFill>
                  <a:srgbClr val="E2AD2B"/>
                </a:solidFill>
                <a:latin typeface="Arial"/>
                <a:ea typeface="Arial"/>
                <a:cs typeface="Arial"/>
              </a:rPr>
              <a:t>WHAT IT GIVES</a:t>
            </a:r>
          </a:p>
        </p:txBody>
      </p:sp>
      <p:sp>
        <p:nvSpPr>
          <p:cNvPr id="10" name="">
            <a:extLst xmlns:a="http://schemas.openxmlformats.org/drawingml/2006/main">
              <a:ext uri="{FF2B5EF4-FFF2-40B4-BE49-F238E27FC236}">
                <a16:creationId xmlns:a16="http://schemas.microsoft.com/office/drawing/2014/main" id="{005F5143-D7C5-4E4C-A1C8-A4C7F82A0A40}"/>
              </a:ext>
            </a:extLst>
          </p:cNvPr>
          <p:cNvSpPr>
            <a:spLocks xmlns:a="http://schemas.openxmlformats.org/drawingml/2006/main" noGrp="1"/>
          </p:cNvSpPr>
          <p:nvPr/>
        </p:nvSpPr>
        <p:spPr>
          <a:xfrm xmlns:a="http://schemas.openxmlformats.org/drawingml/2006/main">
            <a:off x="647700" y="361950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F3F6F2"/>
                </a:solidFill>
                <a:latin typeface="Arial"/>
                <a:ea typeface="Arial"/>
                <a:cs typeface="Arial"/>
              </a:defRPr>
            </a:defPPr>
            <a:lvl1pPr algn="l">
              <a:defRPr sz="2175" b="1">
                <a:solidFill>
                  <a:srgbClr val="F3F6F2"/>
                </a:solidFill>
                <a:latin typeface="Arial"/>
                <a:ea typeface="Arial"/>
                <a:cs typeface="Arial"/>
              </a:defRPr>
            </a:lvl1pPr>
            <a:lvl2pPr algn="l">
              <a:defRPr sz="2175" b="1">
                <a:solidFill>
                  <a:srgbClr val="F3F6F2"/>
                </a:solidFill>
                <a:latin typeface="Arial"/>
                <a:ea typeface="Arial"/>
                <a:cs typeface="Arial"/>
              </a:defRPr>
            </a:lvl2pPr>
            <a:lvl3pPr algn="l">
              <a:defRPr sz="2175" b="1">
                <a:solidFill>
                  <a:srgbClr val="F3F6F2"/>
                </a:solidFill>
                <a:latin typeface="Arial"/>
                <a:ea typeface="Arial"/>
                <a:cs typeface="Arial"/>
              </a:defRPr>
            </a:lvl3pPr>
            <a:lvl4pPr algn="l">
              <a:defRPr sz="2175" b="1">
                <a:solidFill>
                  <a:srgbClr val="F3F6F2"/>
                </a:solidFill>
                <a:latin typeface="Arial"/>
                <a:ea typeface="Arial"/>
                <a:cs typeface="Arial"/>
              </a:defRPr>
            </a:lvl4pPr>
            <a:lvl5pPr algn="l">
              <a:defRPr sz="2175" b="1">
                <a:solidFill>
                  <a:srgbClr val="F3F6F2"/>
                </a:solidFill>
                <a:latin typeface="Arial"/>
                <a:ea typeface="Arial"/>
                <a:cs typeface="Arial"/>
              </a:defRPr>
            </a:lvl5pPr>
            <a:lvl6pPr algn="l">
              <a:defRPr sz="2175" b="1">
                <a:solidFill>
                  <a:srgbClr val="F3F6F2"/>
                </a:solidFill>
                <a:latin typeface="Arial"/>
                <a:ea typeface="Arial"/>
                <a:cs typeface="Arial"/>
              </a:defRPr>
            </a:lvl6pPr>
            <a:lvl7pPr algn="l">
              <a:defRPr sz="2175" b="1">
                <a:solidFill>
                  <a:srgbClr val="F3F6F2"/>
                </a:solidFill>
                <a:latin typeface="Arial"/>
                <a:ea typeface="Arial"/>
                <a:cs typeface="Arial"/>
              </a:defRPr>
            </a:lvl7pPr>
            <a:lvl8pPr algn="l">
              <a:defRPr sz="2175" b="1">
                <a:solidFill>
                  <a:srgbClr val="F3F6F2"/>
                </a:solidFill>
                <a:latin typeface="Arial"/>
                <a:ea typeface="Arial"/>
                <a:cs typeface="Arial"/>
              </a:defRPr>
            </a:lvl8pPr>
            <a:lvl9pPr algn="l">
              <a:defRPr sz="2175" b="1">
                <a:solidFill>
                  <a:srgbClr val="F3F6F2"/>
                </a:solidFill>
                <a:latin typeface="Arial"/>
                <a:ea typeface="Arial"/>
                <a:cs typeface="Arial"/>
              </a:defRPr>
            </a:lvl9pPr>
          </a:lstStyle>
          <a:p xmlns:a="http://schemas.openxmlformats.org/drawingml/2006/main">
            <a:pPr algn="l">
              <a:defRPr sz="2175" b="1">
                <a:solidFill>
                  <a:srgbClr val="F3F6F2"/>
                </a:solidFill>
                <a:latin typeface="Arial"/>
                <a:ea typeface="Arial"/>
                <a:cs typeface="Arial"/>
              </a:defRPr>
            </a:pPr>
            <a:r>
              <a:rPr sz="2175" b="1">
                <a:solidFill>
                  <a:srgbClr val="F3F6F2"/>
                </a:solidFill>
                <a:latin typeface="Arial"/>
                <a:ea typeface="Arial"/>
                <a:cs typeface="Arial"/>
              </a:rPr>
              <a:t>A ranked map of 1 km areas that may need an early site visit</a:t>
            </a:r>
          </a:p>
        </p:txBody>
      </p:sp>
      <p:sp>
        <p:nvSpPr>
          <p:cNvPr id="11" name="">
            <a:extLst xmlns:a="http://schemas.openxmlformats.org/drawingml/2006/main">
              <a:ext uri="{FF2B5EF4-FFF2-40B4-BE49-F238E27FC236}">
                <a16:creationId xmlns:a16="http://schemas.microsoft.com/office/drawing/2014/main" id="{0E26247C-152A-490B-8E0D-CBE8FCD4728C}"/>
              </a:ext>
            </a:extLst>
          </p:cNvPr>
          <p:cNvSpPr>
            <a:spLocks xmlns:a="http://schemas.openxmlformats.org/drawingml/2006/main" noGrp="1"/>
          </p:cNvSpPr>
          <p:nvPr/>
        </p:nvSpPr>
        <p:spPr>
          <a:xfrm xmlns:a="http://schemas.openxmlformats.org/drawingml/2006/main">
            <a:off x="64770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defRPr sz="1200" b="1">
                <a:solidFill>
                  <a:srgbClr val="F3F6F2"/>
                </a:solidFill>
                <a:latin typeface="Arial"/>
                <a:ea typeface="Arial"/>
                <a:cs typeface="Arial"/>
              </a:defRPr>
            </a:lvl1pPr>
            <a:lvl2pPr algn="l">
              <a:defRPr sz="1200" b="1">
                <a:solidFill>
                  <a:srgbClr val="F3F6F2"/>
                </a:solidFill>
                <a:latin typeface="Arial"/>
                <a:ea typeface="Arial"/>
                <a:cs typeface="Arial"/>
              </a:defRPr>
            </a:lvl2pPr>
            <a:lvl3pPr algn="l">
              <a:defRPr sz="1200" b="1">
                <a:solidFill>
                  <a:srgbClr val="F3F6F2"/>
                </a:solidFill>
                <a:latin typeface="Arial"/>
                <a:ea typeface="Arial"/>
                <a:cs typeface="Arial"/>
              </a:defRPr>
            </a:lvl3pPr>
            <a:lvl4pPr algn="l">
              <a:defRPr sz="1200" b="1">
                <a:solidFill>
                  <a:srgbClr val="F3F6F2"/>
                </a:solidFill>
                <a:latin typeface="Arial"/>
                <a:ea typeface="Arial"/>
                <a:cs typeface="Arial"/>
              </a:defRPr>
            </a:lvl4pPr>
            <a:lvl5pPr algn="l">
              <a:defRPr sz="1200" b="1">
                <a:solidFill>
                  <a:srgbClr val="F3F6F2"/>
                </a:solidFill>
                <a:latin typeface="Arial"/>
                <a:ea typeface="Arial"/>
                <a:cs typeface="Arial"/>
              </a:defRPr>
            </a:lvl5pPr>
            <a:lvl6pPr algn="l">
              <a:defRPr sz="1200" b="1">
                <a:solidFill>
                  <a:srgbClr val="F3F6F2"/>
                </a:solidFill>
                <a:latin typeface="Arial"/>
                <a:ea typeface="Arial"/>
                <a:cs typeface="Arial"/>
              </a:defRPr>
            </a:lvl6pPr>
            <a:lvl7pPr algn="l">
              <a:defRPr sz="1200" b="1">
                <a:solidFill>
                  <a:srgbClr val="F3F6F2"/>
                </a:solidFill>
                <a:latin typeface="Arial"/>
                <a:ea typeface="Arial"/>
                <a:cs typeface="Arial"/>
              </a:defRPr>
            </a:lvl7pPr>
            <a:lvl8pPr algn="l">
              <a:defRPr sz="1200" b="1">
                <a:solidFill>
                  <a:srgbClr val="F3F6F2"/>
                </a:solidFill>
                <a:latin typeface="Arial"/>
                <a:ea typeface="Arial"/>
                <a:cs typeface="Arial"/>
              </a:defRPr>
            </a:lvl8pPr>
            <a:lvl9pPr algn="l">
              <a:defRPr sz="1200" b="1">
                <a:solidFill>
                  <a:srgbClr val="F3F6F2"/>
                </a:solidFill>
                <a:latin typeface="Arial"/>
                <a:ea typeface="Arial"/>
                <a:cs typeface="Arial"/>
              </a:defRPr>
            </a:lvl9pPr>
          </a:lstStyle>
          <a:p xmlns:a="http://schemas.openxmlformats.org/drawingml/2006/main">
            <a:pPr algn="l">
              <a:defRPr sz="1200" b="1">
                <a:solidFill>
                  <a:srgbClr val="F3F6F2"/>
                </a:solidFill>
                <a:latin typeface="Arial"/>
                <a:ea typeface="Arial"/>
                <a:cs typeface="Arial"/>
              </a:defRPr>
            </a:pPr>
            <a:r>
              <a:rPr sz="1200" b="1">
                <a:solidFill>
                  <a:srgbClr val="F3F6F2"/>
                </a:solidFill>
                <a:latin typeface="Arial"/>
                <a:ea typeface="Arial"/>
                <a:cs typeface="Arial"/>
              </a:rPr>
              <a:t>Team Milkaholics</a:t>
            </a:r>
          </a:p>
        </p:txBody>
      </p:sp>
      <p:sp>
        <p:nvSpPr>
          <p:cNvPr id="12" name="">
            <a:extLst xmlns:a="http://schemas.openxmlformats.org/drawingml/2006/main">
              <a:ext uri="{FF2B5EF4-FFF2-40B4-BE49-F238E27FC236}">
                <a16:creationId xmlns:a16="http://schemas.microsoft.com/office/drawing/2014/main" id="{39A1B093-C6E0-4A78-B987-A0BAF36988D7}"/>
              </a:ext>
            </a:extLst>
          </p:cNvPr>
          <p:cNvSpPr>
            <a:spLocks xmlns:a="http://schemas.openxmlformats.org/drawingml/2006/main" noGrp="1"/>
          </p:cNvSpPr>
          <p:nvPr/>
        </p:nvSpPr>
        <p:spPr>
          <a:xfrm xmlns:a="http://schemas.openxmlformats.org/drawingml/2006/main">
            <a:off x="647700" y="6115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AFC4C6"/>
                </a:solidFill>
                <a:latin typeface="Arial"/>
                <a:ea typeface="Arial"/>
                <a:cs typeface="Arial"/>
              </a:defRPr>
            </a:defPPr>
            <a:lvl1pPr algn="l">
              <a:defRPr sz="1050">
                <a:solidFill>
                  <a:srgbClr val="AFC4C6"/>
                </a:solidFill>
                <a:latin typeface="Arial"/>
                <a:ea typeface="Arial"/>
                <a:cs typeface="Arial"/>
              </a:defRPr>
            </a:lvl1pPr>
            <a:lvl2pPr algn="l">
              <a:defRPr sz="1050">
                <a:solidFill>
                  <a:srgbClr val="AFC4C6"/>
                </a:solidFill>
                <a:latin typeface="Arial"/>
                <a:ea typeface="Arial"/>
                <a:cs typeface="Arial"/>
              </a:defRPr>
            </a:lvl2pPr>
            <a:lvl3pPr algn="l">
              <a:defRPr sz="1050">
                <a:solidFill>
                  <a:srgbClr val="AFC4C6"/>
                </a:solidFill>
                <a:latin typeface="Arial"/>
                <a:ea typeface="Arial"/>
                <a:cs typeface="Arial"/>
              </a:defRPr>
            </a:lvl3pPr>
            <a:lvl4pPr algn="l">
              <a:defRPr sz="1050">
                <a:solidFill>
                  <a:srgbClr val="AFC4C6"/>
                </a:solidFill>
                <a:latin typeface="Arial"/>
                <a:ea typeface="Arial"/>
                <a:cs typeface="Arial"/>
              </a:defRPr>
            </a:lvl4pPr>
            <a:lvl5pPr algn="l">
              <a:defRPr sz="1050">
                <a:solidFill>
                  <a:srgbClr val="AFC4C6"/>
                </a:solidFill>
                <a:latin typeface="Arial"/>
                <a:ea typeface="Arial"/>
                <a:cs typeface="Arial"/>
              </a:defRPr>
            </a:lvl5pPr>
            <a:lvl6pPr algn="l">
              <a:defRPr sz="1050">
                <a:solidFill>
                  <a:srgbClr val="AFC4C6"/>
                </a:solidFill>
                <a:latin typeface="Arial"/>
                <a:ea typeface="Arial"/>
                <a:cs typeface="Arial"/>
              </a:defRPr>
            </a:lvl6pPr>
            <a:lvl7pPr algn="l">
              <a:defRPr sz="1050">
                <a:solidFill>
                  <a:srgbClr val="AFC4C6"/>
                </a:solidFill>
                <a:latin typeface="Arial"/>
                <a:ea typeface="Arial"/>
                <a:cs typeface="Arial"/>
              </a:defRPr>
            </a:lvl7pPr>
            <a:lvl8pPr algn="l">
              <a:defRPr sz="1050">
                <a:solidFill>
                  <a:srgbClr val="AFC4C6"/>
                </a:solidFill>
                <a:latin typeface="Arial"/>
                <a:ea typeface="Arial"/>
                <a:cs typeface="Arial"/>
              </a:defRPr>
            </a:lvl8pPr>
            <a:lvl9pPr algn="l">
              <a:defRPr sz="1050">
                <a:solidFill>
                  <a:srgbClr val="AFC4C6"/>
                </a:solidFill>
                <a:latin typeface="Arial"/>
                <a:ea typeface="Arial"/>
                <a:cs typeface="Arial"/>
              </a:defRPr>
            </a:lvl9pPr>
          </a:lstStyle>
          <a:p xmlns:a="http://schemas.openxmlformats.org/drawingml/2006/main">
            <a:pPr algn="l">
              <a:defRPr sz="1050">
                <a:solidFill>
                  <a:srgbClr val="AFC4C6"/>
                </a:solidFill>
                <a:latin typeface="Arial"/>
                <a:ea typeface="Arial"/>
                <a:cs typeface="Arial"/>
              </a:defRPr>
            </a:pPr>
            <a:r>
              <a:rPr sz="1050">
                <a:solidFill>
                  <a:srgbClr val="AFC4C6"/>
                </a:solidFill>
                <a:latin typeface="Arial"/>
                <a:ea typeface="Arial"/>
                <a:cs typeface="Arial"/>
              </a:rPr>
              <a:t>Yusuf Karanib and Raed Mardoum</a:t>
            </a:r>
          </a:p>
        </p:txBody>
      </p:sp>
    </p:spTree>
    <p:extLst>
      <p:ext uri="{BB962C8B-B14F-4D97-AF65-F5344CB8AC3E}">
        <p14:creationId xmlns:p14="http://schemas.microsoft.com/office/powerpoint/2010/main" val="1942299925"/>
      </p:ext>
    </p:extLst>
  </p:cSld>
</p:sld>
</file>

<file path=ppt/slides/slide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6417949-2C3A-4A32-8FFC-CEB33A5B40E1}"/>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defRPr sz="1050" b="1">
                <a:solidFill>
                  <a:srgbClr val="1AA58F"/>
                </a:solidFill>
                <a:latin typeface="Arial"/>
                <a:ea typeface="Arial"/>
                <a:cs typeface="Arial"/>
              </a:defRPr>
            </a:lvl1pPr>
            <a:lvl2pPr algn="l">
              <a:defRPr sz="1050" b="1">
                <a:solidFill>
                  <a:srgbClr val="1AA58F"/>
                </a:solidFill>
                <a:latin typeface="Arial"/>
                <a:ea typeface="Arial"/>
                <a:cs typeface="Arial"/>
              </a:defRPr>
            </a:lvl2pPr>
            <a:lvl3pPr algn="l">
              <a:defRPr sz="1050" b="1">
                <a:solidFill>
                  <a:srgbClr val="1AA58F"/>
                </a:solidFill>
                <a:latin typeface="Arial"/>
                <a:ea typeface="Arial"/>
                <a:cs typeface="Arial"/>
              </a:defRPr>
            </a:lvl3pPr>
            <a:lvl4pPr algn="l">
              <a:defRPr sz="1050" b="1">
                <a:solidFill>
                  <a:srgbClr val="1AA58F"/>
                </a:solidFill>
                <a:latin typeface="Arial"/>
                <a:ea typeface="Arial"/>
                <a:cs typeface="Arial"/>
              </a:defRPr>
            </a:lvl4pPr>
            <a:lvl5pPr algn="l">
              <a:defRPr sz="1050" b="1">
                <a:solidFill>
                  <a:srgbClr val="1AA58F"/>
                </a:solidFill>
                <a:latin typeface="Arial"/>
                <a:ea typeface="Arial"/>
                <a:cs typeface="Arial"/>
              </a:defRPr>
            </a:lvl5pPr>
            <a:lvl6pPr algn="l">
              <a:defRPr sz="1050" b="1">
                <a:solidFill>
                  <a:srgbClr val="1AA58F"/>
                </a:solidFill>
                <a:latin typeface="Arial"/>
                <a:ea typeface="Arial"/>
                <a:cs typeface="Arial"/>
              </a:defRPr>
            </a:lvl6pPr>
            <a:lvl7pPr algn="l">
              <a:defRPr sz="1050" b="1">
                <a:solidFill>
                  <a:srgbClr val="1AA58F"/>
                </a:solidFill>
                <a:latin typeface="Arial"/>
                <a:ea typeface="Arial"/>
                <a:cs typeface="Arial"/>
              </a:defRPr>
            </a:lvl7pPr>
            <a:lvl8pPr algn="l">
              <a:defRPr sz="1050" b="1">
                <a:solidFill>
                  <a:srgbClr val="1AA58F"/>
                </a:solidFill>
                <a:latin typeface="Arial"/>
                <a:ea typeface="Arial"/>
                <a:cs typeface="Arial"/>
              </a:defRPr>
            </a:lvl8pPr>
            <a:lvl9pPr algn="l">
              <a:defRPr sz="1050" b="1">
                <a:solidFill>
                  <a:srgbClr val="1AA58F"/>
                </a:solidFill>
                <a:latin typeface="Arial"/>
                <a:ea typeface="Arial"/>
                <a:cs typeface="Arial"/>
              </a:defRPr>
            </a:lvl9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PROBLEM AND SOLUTION</a:t>
            </a:r>
          </a:p>
        </p:txBody>
      </p:sp>
      <p:sp>
        <p:nvSpPr>
          <p:cNvPr id="2" name="">
            <a:extLst xmlns:a="http://schemas.openxmlformats.org/drawingml/2006/main">
              <a:ext uri="{FF2B5EF4-FFF2-40B4-BE49-F238E27FC236}">
                <a16:creationId xmlns:a16="http://schemas.microsoft.com/office/drawing/2014/main" id="{01C6B8B0-8C87-487D-A3BA-B615E42DDDD9}"/>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defRPr sz="2700" b="1">
                <a:solidFill>
                  <a:srgbClr val="F3F6F2"/>
                </a:solidFill>
                <a:latin typeface="Arial"/>
                <a:ea typeface="Arial"/>
                <a:cs typeface="Arial"/>
              </a:defRPr>
            </a:lvl1pPr>
            <a:lvl2pPr algn="l">
              <a:defRPr sz="2700" b="1">
                <a:solidFill>
                  <a:srgbClr val="F3F6F2"/>
                </a:solidFill>
                <a:latin typeface="Arial"/>
                <a:ea typeface="Arial"/>
                <a:cs typeface="Arial"/>
              </a:defRPr>
            </a:lvl2pPr>
            <a:lvl3pPr algn="l">
              <a:defRPr sz="2700" b="1">
                <a:solidFill>
                  <a:srgbClr val="F3F6F2"/>
                </a:solidFill>
                <a:latin typeface="Arial"/>
                <a:ea typeface="Arial"/>
                <a:cs typeface="Arial"/>
              </a:defRPr>
            </a:lvl3pPr>
            <a:lvl4pPr algn="l">
              <a:defRPr sz="2700" b="1">
                <a:solidFill>
                  <a:srgbClr val="F3F6F2"/>
                </a:solidFill>
                <a:latin typeface="Arial"/>
                <a:ea typeface="Arial"/>
                <a:cs typeface="Arial"/>
              </a:defRPr>
            </a:lvl4pPr>
            <a:lvl5pPr algn="l">
              <a:defRPr sz="2700" b="1">
                <a:solidFill>
                  <a:srgbClr val="F3F6F2"/>
                </a:solidFill>
                <a:latin typeface="Arial"/>
                <a:ea typeface="Arial"/>
                <a:cs typeface="Arial"/>
              </a:defRPr>
            </a:lvl5pPr>
            <a:lvl6pPr algn="l">
              <a:defRPr sz="2700" b="1">
                <a:solidFill>
                  <a:srgbClr val="F3F6F2"/>
                </a:solidFill>
                <a:latin typeface="Arial"/>
                <a:ea typeface="Arial"/>
                <a:cs typeface="Arial"/>
              </a:defRPr>
            </a:lvl6pPr>
            <a:lvl7pPr algn="l">
              <a:defRPr sz="2700" b="1">
                <a:solidFill>
                  <a:srgbClr val="F3F6F2"/>
                </a:solidFill>
                <a:latin typeface="Arial"/>
                <a:ea typeface="Arial"/>
                <a:cs typeface="Arial"/>
              </a:defRPr>
            </a:lvl7pPr>
            <a:lvl8pPr algn="l">
              <a:defRPr sz="2700" b="1">
                <a:solidFill>
                  <a:srgbClr val="F3F6F2"/>
                </a:solidFill>
                <a:latin typeface="Arial"/>
                <a:ea typeface="Arial"/>
                <a:cs typeface="Arial"/>
              </a:defRPr>
            </a:lvl8pPr>
            <a:lvl9pPr algn="l">
              <a:defRPr sz="2700" b="1">
                <a:solidFill>
                  <a:srgbClr val="F3F6F2"/>
                </a:solidFill>
                <a:latin typeface="Arial"/>
                <a:ea typeface="Arial"/>
                <a:cs typeface="Arial"/>
              </a:defRPr>
            </a:lvl9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The problem we focused on</a:t>
            </a:r>
          </a:p>
        </p:txBody>
      </p:sp>
      <p:sp>
        <p:nvSpPr>
          <p:cNvPr id="3" name="">
            <a:extLst xmlns:a="http://schemas.openxmlformats.org/drawingml/2006/main">
              <a:ext uri="{FF2B5EF4-FFF2-40B4-BE49-F238E27FC236}">
                <a16:creationId xmlns:a16="http://schemas.microsoft.com/office/drawing/2014/main" id="{BBE6BBFF-9730-4A01-AFC5-04C4272954C1}"/>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defRPr sz="1050" b="1">
                <a:solidFill>
                  <a:srgbClr val="AFC4C6"/>
                </a:solidFill>
                <a:latin typeface="Arial"/>
                <a:ea typeface="Arial"/>
                <a:cs typeface="Arial"/>
              </a:defRPr>
            </a:lvl1pPr>
            <a:lvl2pPr algn="r">
              <a:defRPr sz="1050" b="1">
                <a:solidFill>
                  <a:srgbClr val="AFC4C6"/>
                </a:solidFill>
                <a:latin typeface="Arial"/>
                <a:ea typeface="Arial"/>
                <a:cs typeface="Arial"/>
              </a:defRPr>
            </a:lvl2pPr>
            <a:lvl3pPr algn="r">
              <a:defRPr sz="1050" b="1">
                <a:solidFill>
                  <a:srgbClr val="AFC4C6"/>
                </a:solidFill>
                <a:latin typeface="Arial"/>
                <a:ea typeface="Arial"/>
                <a:cs typeface="Arial"/>
              </a:defRPr>
            </a:lvl3pPr>
            <a:lvl4pPr algn="r">
              <a:defRPr sz="1050" b="1">
                <a:solidFill>
                  <a:srgbClr val="AFC4C6"/>
                </a:solidFill>
                <a:latin typeface="Arial"/>
                <a:ea typeface="Arial"/>
                <a:cs typeface="Arial"/>
              </a:defRPr>
            </a:lvl4pPr>
            <a:lvl5pPr algn="r">
              <a:defRPr sz="1050" b="1">
                <a:solidFill>
                  <a:srgbClr val="AFC4C6"/>
                </a:solidFill>
                <a:latin typeface="Arial"/>
                <a:ea typeface="Arial"/>
                <a:cs typeface="Arial"/>
              </a:defRPr>
            </a:lvl5pPr>
            <a:lvl6pPr algn="r">
              <a:defRPr sz="1050" b="1">
                <a:solidFill>
                  <a:srgbClr val="AFC4C6"/>
                </a:solidFill>
                <a:latin typeface="Arial"/>
                <a:ea typeface="Arial"/>
                <a:cs typeface="Arial"/>
              </a:defRPr>
            </a:lvl6pPr>
            <a:lvl7pPr algn="r">
              <a:defRPr sz="1050" b="1">
                <a:solidFill>
                  <a:srgbClr val="AFC4C6"/>
                </a:solidFill>
                <a:latin typeface="Arial"/>
                <a:ea typeface="Arial"/>
                <a:cs typeface="Arial"/>
              </a:defRPr>
            </a:lvl7pPr>
            <a:lvl8pPr algn="r">
              <a:defRPr sz="1050" b="1">
                <a:solidFill>
                  <a:srgbClr val="AFC4C6"/>
                </a:solidFill>
                <a:latin typeface="Arial"/>
                <a:ea typeface="Arial"/>
                <a:cs typeface="Arial"/>
              </a:defRPr>
            </a:lvl8pPr>
            <a:lvl9pPr algn="r">
              <a:defRPr sz="1050" b="1">
                <a:solidFill>
                  <a:srgbClr val="AFC4C6"/>
                </a:solidFill>
                <a:latin typeface="Arial"/>
                <a:ea typeface="Arial"/>
                <a:cs typeface="Arial"/>
              </a:defRPr>
            </a:lvl9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8A095067-093E-4F26-BC19-0975BE934DED}"/>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EA285DC4-CDB0-4971-B10E-6FC6D45E0605}"/>
              </a:ext>
            </a:extLst>
          </p:cNvPr>
          <p:cNvSpPr>
            <a:spLocks xmlns:a="http://schemas.openxmlformats.org/drawingml/2006/main" noGrp="1"/>
          </p:cNvSpPr>
          <p:nvPr/>
        </p:nvSpPr>
        <p:spPr>
          <a:xfrm xmlns:a="http://schemas.openxmlformats.org/drawingml/2006/main">
            <a:off x="5905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B03048FD-EAAA-484E-AE58-64D3DFEF6370}"/>
              </a:ext>
            </a:extLst>
          </p:cNvPr>
          <p:cNvSpPr>
            <a:spLocks xmlns:a="http://schemas.openxmlformats.org/drawingml/2006/main" noGrp="1"/>
          </p:cNvSpPr>
          <p:nvPr/>
        </p:nvSpPr>
        <p:spPr>
          <a:xfrm xmlns:a="http://schemas.openxmlformats.org/drawingml/2006/main">
            <a:off x="7620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defRPr sz="2550" b="1">
                <a:solidFill>
                  <a:srgbClr val="F06449"/>
                </a:solidFill>
                <a:latin typeface="Arial"/>
                <a:ea typeface="Arial"/>
                <a:cs typeface="Arial"/>
              </a:defRPr>
            </a:lvl1pPr>
            <a:lvl2pPr algn="l">
              <a:defRPr sz="2550" b="1">
                <a:solidFill>
                  <a:srgbClr val="F06449"/>
                </a:solidFill>
                <a:latin typeface="Arial"/>
                <a:ea typeface="Arial"/>
                <a:cs typeface="Arial"/>
              </a:defRPr>
            </a:lvl2pPr>
            <a:lvl3pPr algn="l">
              <a:defRPr sz="2550" b="1">
                <a:solidFill>
                  <a:srgbClr val="F06449"/>
                </a:solidFill>
                <a:latin typeface="Arial"/>
                <a:ea typeface="Arial"/>
                <a:cs typeface="Arial"/>
              </a:defRPr>
            </a:lvl3pPr>
            <a:lvl4pPr algn="l">
              <a:defRPr sz="2550" b="1">
                <a:solidFill>
                  <a:srgbClr val="F06449"/>
                </a:solidFill>
                <a:latin typeface="Arial"/>
                <a:ea typeface="Arial"/>
                <a:cs typeface="Arial"/>
              </a:defRPr>
            </a:lvl4pPr>
            <a:lvl5pPr algn="l">
              <a:defRPr sz="2550" b="1">
                <a:solidFill>
                  <a:srgbClr val="F06449"/>
                </a:solidFill>
                <a:latin typeface="Arial"/>
                <a:ea typeface="Arial"/>
                <a:cs typeface="Arial"/>
              </a:defRPr>
            </a:lvl5pPr>
            <a:lvl6pPr algn="l">
              <a:defRPr sz="2550" b="1">
                <a:solidFill>
                  <a:srgbClr val="F06449"/>
                </a:solidFill>
                <a:latin typeface="Arial"/>
                <a:ea typeface="Arial"/>
                <a:cs typeface="Arial"/>
              </a:defRPr>
            </a:lvl6pPr>
            <a:lvl7pPr algn="l">
              <a:defRPr sz="2550" b="1">
                <a:solidFill>
                  <a:srgbClr val="F06449"/>
                </a:solidFill>
                <a:latin typeface="Arial"/>
                <a:ea typeface="Arial"/>
                <a:cs typeface="Arial"/>
              </a:defRPr>
            </a:lvl7pPr>
            <a:lvl8pPr algn="l">
              <a:defRPr sz="2550" b="1">
                <a:solidFill>
                  <a:srgbClr val="F06449"/>
                </a:solidFill>
                <a:latin typeface="Arial"/>
                <a:ea typeface="Arial"/>
                <a:cs typeface="Arial"/>
              </a:defRPr>
            </a:lvl8pPr>
            <a:lvl9pPr algn="l">
              <a:defRPr sz="2550" b="1">
                <a:solidFill>
                  <a:srgbClr val="F06449"/>
                </a:solidFill>
                <a:latin typeface="Arial"/>
                <a:ea typeface="Arial"/>
                <a:cs typeface="Arial"/>
              </a:defRPr>
            </a:lvl9pPr>
          </a:lstStyle>
          <a:p xmlns:a="http://schemas.openxmlformats.org/drawingml/2006/main">
            <a:pPr algn="l">
              <a:defRPr sz="2550" b="1">
                <a:solidFill>
                  <a:srgbClr val="F06449"/>
                </a:solidFill>
                <a:latin typeface="Arial"/>
                <a:ea typeface="Arial"/>
                <a:cs typeface="Arial"/>
              </a:defRPr>
            </a:pPr>
            <a:r>
              <a:rPr sz="2550" b="1">
                <a:solidFill>
                  <a:srgbClr val="F06449"/>
                </a:solidFill>
                <a:latin typeface="Arial"/>
                <a:ea typeface="Arial"/>
                <a:cs typeface="Arial"/>
              </a:rPr>
              <a:t>168.3 km²</a:t>
            </a:r>
          </a:p>
        </p:txBody>
      </p:sp>
      <p:sp>
        <p:nvSpPr>
          <p:cNvPr id="7" name="">
            <a:extLst xmlns:a="http://schemas.openxmlformats.org/drawingml/2006/main">
              <a:ext uri="{FF2B5EF4-FFF2-40B4-BE49-F238E27FC236}">
                <a16:creationId xmlns:a16="http://schemas.microsoft.com/office/drawing/2014/main" id="{1A7FA4CF-B5D6-4EA6-8C36-5D6942D012AD}"/>
              </a:ext>
            </a:extLst>
          </p:cNvPr>
          <p:cNvSpPr>
            <a:spLocks xmlns:a="http://schemas.openxmlformats.org/drawingml/2006/main" noGrp="1"/>
          </p:cNvSpPr>
          <p:nvPr/>
        </p:nvSpPr>
        <p:spPr>
          <a:xfrm xmlns:a="http://schemas.openxmlformats.org/drawingml/2006/main">
            <a:off x="7620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defRPr sz="1050" b="1">
                <a:solidFill>
                  <a:srgbClr val="AFC4C6"/>
                </a:solidFill>
                <a:latin typeface="Arial"/>
                <a:ea typeface="Arial"/>
                <a:cs typeface="Arial"/>
              </a:defRPr>
            </a:lvl1pPr>
            <a:lvl2pPr algn="l">
              <a:defRPr sz="1050" b="1">
                <a:solidFill>
                  <a:srgbClr val="AFC4C6"/>
                </a:solidFill>
                <a:latin typeface="Arial"/>
                <a:ea typeface="Arial"/>
                <a:cs typeface="Arial"/>
              </a:defRPr>
            </a:lvl2pPr>
            <a:lvl3pPr algn="l">
              <a:defRPr sz="1050" b="1">
                <a:solidFill>
                  <a:srgbClr val="AFC4C6"/>
                </a:solidFill>
                <a:latin typeface="Arial"/>
                <a:ea typeface="Arial"/>
                <a:cs typeface="Arial"/>
              </a:defRPr>
            </a:lvl3pPr>
            <a:lvl4pPr algn="l">
              <a:defRPr sz="1050" b="1">
                <a:solidFill>
                  <a:srgbClr val="AFC4C6"/>
                </a:solidFill>
                <a:latin typeface="Arial"/>
                <a:ea typeface="Arial"/>
                <a:cs typeface="Arial"/>
              </a:defRPr>
            </a:lvl4pPr>
            <a:lvl5pPr algn="l">
              <a:defRPr sz="1050" b="1">
                <a:solidFill>
                  <a:srgbClr val="AFC4C6"/>
                </a:solidFill>
                <a:latin typeface="Arial"/>
                <a:ea typeface="Arial"/>
                <a:cs typeface="Arial"/>
              </a:defRPr>
            </a:lvl5pPr>
            <a:lvl6pPr algn="l">
              <a:defRPr sz="1050" b="1">
                <a:solidFill>
                  <a:srgbClr val="AFC4C6"/>
                </a:solidFill>
                <a:latin typeface="Arial"/>
                <a:ea typeface="Arial"/>
                <a:cs typeface="Arial"/>
              </a:defRPr>
            </a:lvl6pPr>
            <a:lvl7pPr algn="l">
              <a:defRPr sz="1050" b="1">
                <a:solidFill>
                  <a:srgbClr val="AFC4C6"/>
                </a:solidFill>
                <a:latin typeface="Arial"/>
                <a:ea typeface="Arial"/>
                <a:cs typeface="Arial"/>
              </a:defRPr>
            </a:lvl7pPr>
            <a:lvl8pPr algn="l">
              <a:defRPr sz="1050" b="1">
                <a:solidFill>
                  <a:srgbClr val="AFC4C6"/>
                </a:solidFill>
                <a:latin typeface="Arial"/>
                <a:ea typeface="Arial"/>
                <a:cs typeface="Arial"/>
              </a:defRPr>
            </a:lvl8pPr>
            <a:lvl9pPr algn="l">
              <a:defRPr sz="1050" b="1">
                <a:solidFill>
                  <a:srgbClr val="AFC4C6"/>
                </a:solidFill>
                <a:latin typeface="Arial"/>
                <a:ea typeface="Arial"/>
                <a:cs typeface="Arial"/>
              </a:defRPr>
            </a:lvl9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AREA WE STUDIED</a:t>
            </a:r>
          </a:p>
        </p:txBody>
      </p:sp>
      <p:sp>
        <p:nvSpPr>
          <p:cNvPr id="8" name="">
            <a:extLst xmlns:a="http://schemas.openxmlformats.org/drawingml/2006/main">
              <a:ext uri="{FF2B5EF4-FFF2-40B4-BE49-F238E27FC236}">
                <a16:creationId xmlns:a16="http://schemas.microsoft.com/office/drawing/2014/main" id="{371A335C-D70F-416C-8413-7BCC005014B0}"/>
              </a:ext>
            </a:extLst>
          </p:cNvPr>
          <p:cNvSpPr>
            <a:spLocks xmlns:a="http://schemas.openxmlformats.org/drawingml/2006/main" noGrp="1"/>
          </p:cNvSpPr>
          <p:nvPr/>
        </p:nvSpPr>
        <p:spPr>
          <a:xfrm xmlns:a="http://schemas.openxmlformats.org/drawingml/2006/main">
            <a:off x="32194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6F6CC25-C8E7-4E5D-8E91-62B512C5E166}"/>
              </a:ext>
            </a:extLst>
          </p:cNvPr>
          <p:cNvSpPr>
            <a:spLocks xmlns:a="http://schemas.openxmlformats.org/drawingml/2006/main" noGrp="1"/>
          </p:cNvSpPr>
          <p:nvPr/>
        </p:nvSpPr>
        <p:spPr>
          <a:xfrm xmlns:a="http://schemas.openxmlformats.org/drawingml/2006/main">
            <a:off x="33909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defRPr sz="2550" b="1">
                <a:solidFill>
                  <a:srgbClr val="E2AD2B"/>
                </a:solidFill>
                <a:latin typeface="Arial"/>
                <a:ea typeface="Arial"/>
                <a:cs typeface="Arial"/>
              </a:defRPr>
            </a:lvl1pPr>
            <a:lvl2pPr algn="l">
              <a:defRPr sz="2550" b="1">
                <a:solidFill>
                  <a:srgbClr val="E2AD2B"/>
                </a:solidFill>
                <a:latin typeface="Arial"/>
                <a:ea typeface="Arial"/>
                <a:cs typeface="Arial"/>
              </a:defRPr>
            </a:lvl2pPr>
            <a:lvl3pPr algn="l">
              <a:defRPr sz="2550" b="1">
                <a:solidFill>
                  <a:srgbClr val="E2AD2B"/>
                </a:solidFill>
                <a:latin typeface="Arial"/>
                <a:ea typeface="Arial"/>
                <a:cs typeface="Arial"/>
              </a:defRPr>
            </a:lvl3pPr>
            <a:lvl4pPr algn="l">
              <a:defRPr sz="2550" b="1">
                <a:solidFill>
                  <a:srgbClr val="E2AD2B"/>
                </a:solidFill>
                <a:latin typeface="Arial"/>
                <a:ea typeface="Arial"/>
                <a:cs typeface="Arial"/>
              </a:defRPr>
            </a:lvl4pPr>
            <a:lvl5pPr algn="l">
              <a:defRPr sz="2550" b="1">
                <a:solidFill>
                  <a:srgbClr val="E2AD2B"/>
                </a:solidFill>
                <a:latin typeface="Arial"/>
                <a:ea typeface="Arial"/>
                <a:cs typeface="Arial"/>
              </a:defRPr>
            </a:lvl5pPr>
            <a:lvl6pPr algn="l">
              <a:defRPr sz="2550" b="1">
                <a:solidFill>
                  <a:srgbClr val="E2AD2B"/>
                </a:solidFill>
                <a:latin typeface="Arial"/>
                <a:ea typeface="Arial"/>
                <a:cs typeface="Arial"/>
              </a:defRPr>
            </a:lvl6pPr>
            <a:lvl7pPr algn="l">
              <a:defRPr sz="2550" b="1">
                <a:solidFill>
                  <a:srgbClr val="E2AD2B"/>
                </a:solidFill>
                <a:latin typeface="Arial"/>
                <a:ea typeface="Arial"/>
                <a:cs typeface="Arial"/>
              </a:defRPr>
            </a:lvl7pPr>
            <a:lvl8pPr algn="l">
              <a:defRPr sz="2550" b="1">
                <a:solidFill>
                  <a:srgbClr val="E2AD2B"/>
                </a:solidFill>
                <a:latin typeface="Arial"/>
                <a:ea typeface="Arial"/>
                <a:cs typeface="Arial"/>
              </a:defRPr>
            </a:lvl8pPr>
            <a:lvl9pPr algn="l">
              <a:defRPr sz="2550" b="1">
                <a:solidFill>
                  <a:srgbClr val="E2AD2B"/>
                </a:solidFill>
                <a:latin typeface="Arial"/>
                <a:ea typeface="Arial"/>
                <a:cs typeface="Arial"/>
              </a:defRPr>
            </a:lvl9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1 km</a:t>
            </a:r>
          </a:p>
        </p:txBody>
      </p:sp>
      <p:sp>
        <p:nvSpPr>
          <p:cNvPr id="10" name="">
            <a:extLst xmlns:a="http://schemas.openxmlformats.org/drawingml/2006/main">
              <a:ext uri="{FF2B5EF4-FFF2-40B4-BE49-F238E27FC236}">
                <a16:creationId xmlns:a16="http://schemas.microsoft.com/office/drawing/2014/main" id="{16A64CB7-1ED7-4426-80C2-0125644C62DB}"/>
              </a:ext>
            </a:extLst>
          </p:cNvPr>
          <p:cNvSpPr>
            <a:spLocks xmlns:a="http://schemas.openxmlformats.org/drawingml/2006/main" noGrp="1"/>
          </p:cNvSpPr>
          <p:nvPr/>
        </p:nvSpPr>
        <p:spPr>
          <a:xfrm xmlns:a="http://schemas.openxmlformats.org/drawingml/2006/main">
            <a:off x="33909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defRPr sz="1050" b="1">
                <a:solidFill>
                  <a:srgbClr val="AFC4C6"/>
                </a:solidFill>
                <a:latin typeface="Arial"/>
                <a:ea typeface="Arial"/>
                <a:cs typeface="Arial"/>
              </a:defRPr>
            </a:lvl1pPr>
            <a:lvl2pPr algn="l">
              <a:defRPr sz="1050" b="1">
                <a:solidFill>
                  <a:srgbClr val="AFC4C6"/>
                </a:solidFill>
                <a:latin typeface="Arial"/>
                <a:ea typeface="Arial"/>
                <a:cs typeface="Arial"/>
              </a:defRPr>
            </a:lvl2pPr>
            <a:lvl3pPr algn="l">
              <a:defRPr sz="1050" b="1">
                <a:solidFill>
                  <a:srgbClr val="AFC4C6"/>
                </a:solidFill>
                <a:latin typeface="Arial"/>
                <a:ea typeface="Arial"/>
                <a:cs typeface="Arial"/>
              </a:defRPr>
            </a:lvl3pPr>
            <a:lvl4pPr algn="l">
              <a:defRPr sz="1050" b="1">
                <a:solidFill>
                  <a:srgbClr val="AFC4C6"/>
                </a:solidFill>
                <a:latin typeface="Arial"/>
                <a:ea typeface="Arial"/>
                <a:cs typeface="Arial"/>
              </a:defRPr>
            </a:lvl4pPr>
            <a:lvl5pPr algn="l">
              <a:defRPr sz="1050" b="1">
                <a:solidFill>
                  <a:srgbClr val="AFC4C6"/>
                </a:solidFill>
                <a:latin typeface="Arial"/>
                <a:ea typeface="Arial"/>
                <a:cs typeface="Arial"/>
              </a:defRPr>
            </a:lvl5pPr>
            <a:lvl6pPr algn="l">
              <a:defRPr sz="1050" b="1">
                <a:solidFill>
                  <a:srgbClr val="AFC4C6"/>
                </a:solidFill>
                <a:latin typeface="Arial"/>
                <a:ea typeface="Arial"/>
                <a:cs typeface="Arial"/>
              </a:defRPr>
            </a:lvl6pPr>
            <a:lvl7pPr algn="l">
              <a:defRPr sz="1050" b="1">
                <a:solidFill>
                  <a:srgbClr val="AFC4C6"/>
                </a:solidFill>
                <a:latin typeface="Arial"/>
                <a:ea typeface="Arial"/>
                <a:cs typeface="Arial"/>
              </a:defRPr>
            </a:lvl7pPr>
            <a:lvl8pPr algn="l">
              <a:defRPr sz="1050" b="1">
                <a:solidFill>
                  <a:srgbClr val="AFC4C6"/>
                </a:solidFill>
                <a:latin typeface="Arial"/>
                <a:ea typeface="Arial"/>
                <a:cs typeface="Arial"/>
              </a:defRPr>
            </a:lvl8pPr>
            <a:lvl9pPr algn="l">
              <a:defRPr sz="1050" b="1">
                <a:solidFill>
                  <a:srgbClr val="AFC4C6"/>
                </a:solidFill>
                <a:latin typeface="Arial"/>
                <a:ea typeface="Arial"/>
                <a:cs typeface="Arial"/>
              </a:defRPr>
            </a:lvl9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SIZE OF EACH CELL</a:t>
            </a:r>
          </a:p>
        </p:txBody>
      </p:sp>
      <p:sp>
        <p:nvSpPr>
          <p:cNvPr id="11" name="">
            <a:extLst xmlns:a="http://schemas.openxmlformats.org/drawingml/2006/main">
              <a:ext uri="{FF2B5EF4-FFF2-40B4-BE49-F238E27FC236}">
                <a16:creationId xmlns:a16="http://schemas.microsoft.com/office/drawing/2014/main" id="{CD3E5A9C-32F4-4428-9BBE-2A87595F6BCB}"/>
              </a:ext>
            </a:extLst>
          </p:cNvPr>
          <p:cNvSpPr>
            <a:spLocks xmlns:a="http://schemas.openxmlformats.org/drawingml/2006/main" noGrp="1"/>
          </p:cNvSpPr>
          <p:nvPr/>
        </p:nvSpPr>
        <p:spPr>
          <a:xfrm xmlns:a="http://schemas.openxmlformats.org/drawingml/2006/main">
            <a:off x="58483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8C8513FE-73BB-49A0-9C84-D97CB817F6DE}"/>
              </a:ext>
            </a:extLst>
          </p:cNvPr>
          <p:cNvSpPr>
            <a:spLocks xmlns:a="http://schemas.openxmlformats.org/drawingml/2006/main" noGrp="1"/>
          </p:cNvSpPr>
          <p:nvPr/>
        </p:nvSpPr>
        <p:spPr>
          <a:xfrm xmlns:a="http://schemas.openxmlformats.org/drawingml/2006/main">
            <a:off x="60198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defRPr sz="2550" b="1">
                <a:solidFill>
                  <a:srgbClr val="1AA58F"/>
                </a:solidFill>
                <a:latin typeface="Arial"/>
                <a:ea typeface="Arial"/>
                <a:cs typeface="Arial"/>
              </a:defRPr>
            </a:lvl1pPr>
            <a:lvl2pPr algn="l">
              <a:defRPr sz="2550" b="1">
                <a:solidFill>
                  <a:srgbClr val="1AA58F"/>
                </a:solidFill>
                <a:latin typeface="Arial"/>
                <a:ea typeface="Arial"/>
                <a:cs typeface="Arial"/>
              </a:defRPr>
            </a:lvl2pPr>
            <a:lvl3pPr algn="l">
              <a:defRPr sz="2550" b="1">
                <a:solidFill>
                  <a:srgbClr val="1AA58F"/>
                </a:solidFill>
                <a:latin typeface="Arial"/>
                <a:ea typeface="Arial"/>
                <a:cs typeface="Arial"/>
              </a:defRPr>
            </a:lvl3pPr>
            <a:lvl4pPr algn="l">
              <a:defRPr sz="2550" b="1">
                <a:solidFill>
                  <a:srgbClr val="1AA58F"/>
                </a:solidFill>
                <a:latin typeface="Arial"/>
                <a:ea typeface="Arial"/>
                <a:cs typeface="Arial"/>
              </a:defRPr>
            </a:lvl4pPr>
            <a:lvl5pPr algn="l">
              <a:defRPr sz="2550" b="1">
                <a:solidFill>
                  <a:srgbClr val="1AA58F"/>
                </a:solidFill>
                <a:latin typeface="Arial"/>
                <a:ea typeface="Arial"/>
                <a:cs typeface="Arial"/>
              </a:defRPr>
            </a:lvl5pPr>
            <a:lvl6pPr algn="l">
              <a:defRPr sz="2550" b="1">
                <a:solidFill>
                  <a:srgbClr val="1AA58F"/>
                </a:solidFill>
                <a:latin typeface="Arial"/>
                <a:ea typeface="Arial"/>
                <a:cs typeface="Arial"/>
              </a:defRPr>
            </a:lvl6pPr>
            <a:lvl7pPr algn="l">
              <a:defRPr sz="2550" b="1">
                <a:solidFill>
                  <a:srgbClr val="1AA58F"/>
                </a:solidFill>
                <a:latin typeface="Arial"/>
                <a:ea typeface="Arial"/>
                <a:cs typeface="Arial"/>
              </a:defRPr>
            </a:lvl7pPr>
            <a:lvl8pPr algn="l">
              <a:defRPr sz="2550" b="1">
                <a:solidFill>
                  <a:srgbClr val="1AA58F"/>
                </a:solidFill>
                <a:latin typeface="Arial"/>
                <a:ea typeface="Arial"/>
                <a:cs typeface="Arial"/>
              </a:defRPr>
            </a:lvl8pPr>
            <a:lvl9pPr algn="l">
              <a:defRPr sz="2550" b="1">
                <a:solidFill>
                  <a:srgbClr val="1AA58F"/>
                </a:solidFill>
                <a:latin typeface="Arial"/>
                <a:ea typeface="Arial"/>
                <a:cs typeface="Arial"/>
              </a:defRPr>
            </a:lvl9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Planners</a:t>
            </a:r>
          </a:p>
        </p:txBody>
      </p:sp>
      <p:sp>
        <p:nvSpPr>
          <p:cNvPr id="13" name="">
            <a:extLst xmlns:a="http://schemas.openxmlformats.org/drawingml/2006/main">
              <a:ext uri="{FF2B5EF4-FFF2-40B4-BE49-F238E27FC236}">
                <a16:creationId xmlns:a16="http://schemas.microsoft.com/office/drawing/2014/main" id="{EE6FA0F3-51AB-4E2D-ABEC-5FEBC2871B92}"/>
              </a:ext>
            </a:extLst>
          </p:cNvPr>
          <p:cNvSpPr>
            <a:spLocks xmlns:a="http://schemas.openxmlformats.org/drawingml/2006/main" noGrp="1"/>
          </p:cNvSpPr>
          <p:nvPr/>
        </p:nvSpPr>
        <p:spPr>
          <a:xfrm xmlns:a="http://schemas.openxmlformats.org/drawingml/2006/main">
            <a:off x="60198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defRPr sz="1050" b="1">
                <a:solidFill>
                  <a:srgbClr val="AFC4C6"/>
                </a:solidFill>
                <a:latin typeface="Arial"/>
                <a:ea typeface="Arial"/>
                <a:cs typeface="Arial"/>
              </a:defRPr>
            </a:lvl1pPr>
            <a:lvl2pPr algn="l">
              <a:defRPr sz="1050" b="1">
                <a:solidFill>
                  <a:srgbClr val="AFC4C6"/>
                </a:solidFill>
                <a:latin typeface="Arial"/>
                <a:ea typeface="Arial"/>
                <a:cs typeface="Arial"/>
              </a:defRPr>
            </a:lvl2pPr>
            <a:lvl3pPr algn="l">
              <a:defRPr sz="1050" b="1">
                <a:solidFill>
                  <a:srgbClr val="AFC4C6"/>
                </a:solidFill>
                <a:latin typeface="Arial"/>
                <a:ea typeface="Arial"/>
                <a:cs typeface="Arial"/>
              </a:defRPr>
            </a:lvl3pPr>
            <a:lvl4pPr algn="l">
              <a:defRPr sz="1050" b="1">
                <a:solidFill>
                  <a:srgbClr val="AFC4C6"/>
                </a:solidFill>
                <a:latin typeface="Arial"/>
                <a:ea typeface="Arial"/>
                <a:cs typeface="Arial"/>
              </a:defRPr>
            </a:lvl4pPr>
            <a:lvl5pPr algn="l">
              <a:defRPr sz="1050" b="1">
                <a:solidFill>
                  <a:srgbClr val="AFC4C6"/>
                </a:solidFill>
                <a:latin typeface="Arial"/>
                <a:ea typeface="Arial"/>
                <a:cs typeface="Arial"/>
              </a:defRPr>
            </a:lvl5pPr>
            <a:lvl6pPr algn="l">
              <a:defRPr sz="1050" b="1">
                <a:solidFill>
                  <a:srgbClr val="AFC4C6"/>
                </a:solidFill>
                <a:latin typeface="Arial"/>
                <a:ea typeface="Arial"/>
                <a:cs typeface="Arial"/>
              </a:defRPr>
            </a:lvl6pPr>
            <a:lvl7pPr algn="l">
              <a:defRPr sz="1050" b="1">
                <a:solidFill>
                  <a:srgbClr val="AFC4C6"/>
                </a:solidFill>
                <a:latin typeface="Arial"/>
                <a:ea typeface="Arial"/>
                <a:cs typeface="Arial"/>
              </a:defRPr>
            </a:lvl7pPr>
            <a:lvl8pPr algn="l">
              <a:defRPr sz="1050" b="1">
                <a:solidFill>
                  <a:srgbClr val="AFC4C6"/>
                </a:solidFill>
                <a:latin typeface="Arial"/>
                <a:ea typeface="Arial"/>
                <a:cs typeface="Arial"/>
              </a:defRPr>
            </a:lvl8pPr>
            <a:lvl9pPr algn="l">
              <a:defRPr sz="1050" b="1">
                <a:solidFill>
                  <a:srgbClr val="AFC4C6"/>
                </a:solidFill>
                <a:latin typeface="Arial"/>
                <a:ea typeface="Arial"/>
                <a:cs typeface="Arial"/>
              </a:defRPr>
            </a:lvl9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WHO THIS IS FOR</a:t>
            </a:r>
          </a:p>
        </p:txBody>
      </p:sp>
      <p:sp>
        <p:nvSpPr>
          <p:cNvPr id="14" name="">
            <a:extLst xmlns:a="http://schemas.openxmlformats.org/drawingml/2006/main">
              <a:ext uri="{FF2B5EF4-FFF2-40B4-BE49-F238E27FC236}">
                <a16:creationId xmlns:a16="http://schemas.microsoft.com/office/drawing/2014/main" id="{6F0BECCA-6710-4FF2-B220-545BDB36567F}"/>
              </a:ext>
            </a:extLst>
          </p:cNvPr>
          <p:cNvSpPr>
            <a:spLocks xmlns:a="http://schemas.openxmlformats.org/drawingml/2006/main" noGrp="1"/>
          </p:cNvSpPr>
          <p:nvPr/>
        </p:nvSpPr>
        <p:spPr>
          <a:xfrm xmlns:a="http://schemas.openxmlformats.org/drawingml/2006/main">
            <a:off x="8477250" y="1619250"/>
            <a:ext cx="31242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1A1F4A58-5CBC-4C7C-A949-34FDD4834CC2}"/>
              </a:ext>
            </a:extLst>
          </p:cNvPr>
          <p:cNvSpPr>
            <a:spLocks xmlns:a="http://schemas.openxmlformats.org/drawingml/2006/main" noGrp="1"/>
          </p:cNvSpPr>
          <p:nvPr/>
        </p:nvSpPr>
        <p:spPr>
          <a:xfrm xmlns:a="http://schemas.openxmlformats.org/drawingml/2006/main">
            <a:off x="8648700" y="1733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defRPr sz="2550" b="1">
                <a:solidFill>
                  <a:srgbClr val="6D5DD3"/>
                </a:solidFill>
                <a:latin typeface="Arial"/>
                <a:ea typeface="Arial"/>
                <a:cs typeface="Arial"/>
              </a:defRPr>
            </a:lvl1pPr>
            <a:lvl2pPr algn="l">
              <a:defRPr sz="2550" b="1">
                <a:solidFill>
                  <a:srgbClr val="6D5DD3"/>
                </a:solidFill>
                <a:latin typeface="Arial"/>
                <a:ea typeface="Arial"/>
                <a:cs typeface="Arial"/>
              </a:defRPr>
            </a:lvl2pPr>
            <a:lvl3pPr algn="l">
              <a:defRPr sz="2550" b="1">
                <a:solidFill>
                  <a:srgbClr val="6D5DD3"/>
                </a:solidFill>
                <a:latin typeface="Arial"/>
                <a:ea typeface="Arial"/>
                <a:cs typeface="Arial"/>
              </a:defRPr>
            </a:lvl3pPr>
            <a:lvl4pPr algn="l">
              <a:defRPr sz="2550" b="1">
                <a:solidFill>
                  <a:srgbClr val="6D5DD3"/>
                </a:solidFill>
                <a:latin typeface="Arial"/>
                <a:ea typeface="Arial"/>
                <a:cs typeface="Arial"/>
              </a:defRPr>
            </a:lvl4pPr>
            <a:lvl5pPr algn="l">
              <a:defRPr sz="2550" b="1">
                <a:solidFill>
                  <a:srgbClr val="6D5DD3"/>
                </a:solidFill>
                <a:latin typeface="Arial"/>
                <a:ea typeface="Arial"/>
                <a:cs typeface="Arial"/>
              </a:defRPr>
            </a:lvl5pPr>
            <a:lvl6pPr algn="l">
              <a:defRPr sz="2550" b="1">
                <a:solidFill>
                  <a:srgbClr val="6D5DD3"/>
                </a:solidFill>
                <a:latin typeface="Arial"/>
                <a:ea typeface="Arial"/>
                <a:cs typeface="Arial"/>
              </a:defRPr>
            </a:lvl6pPr>
            <a:lvl7pPr algn="l">
              <a:defRPr sz="2550" b="1">
                <a:solidFill>
                  <a:srgbClr val="6D5DD3"/>
                </a:solidFill>
                <a:latin typeface="Arial"/>
                <a:ea typeface="Arial"/>
                <a:cs typeface="Arial"/>
              </a:defRPr>
            </a:lvl7pPr>
            <a:lvl8pPr algn="l">
              <a:defRPr sz="2550" b="1">
                <a:solidFill>
                  <a:srgbClr val="6D5DD3"/>
                </a:solidFill>
                <a:latin typeface="Arial"/>
                <a:ea typeface="Arial"/>
                <a:cs typeface="Arial"/>
              </a:defRPr>
            </a:lvl8pPr>
            <a:lvl9pPr algn="l">
              <a:defRPr sz="2550" b="1">
                <a:solidFill>
                  <a:srgbClr val="6D5DD3"/>
                </a:solidFill>
                <a:latin typeface="Arial"/>
                <a:ea typeface="Arial"/>
                <a:cs typeface="Arial"/>
              </a:defRPr>
            </a:lvl9pPr>
          </a:lstStyle>
          <a:p xmlns:a="http://schemas.openxmlformats.org/drawingml/2006/main">
            <a:pPr algn="l">
              <a:defRPr sz="2550" b="1">
                <a:solidFill>
                  <a:srgbClr val="6D5DD3"/>
                </a:solidFill>
                <a:latin typeface="Arial"/>
                <a:ea typeface="Arial"/>
                <a:cs typeface="Arial"/>
              </a:defRPr>
            </a:pPr>
            <a:r>
              <a:rPr sz="2550" b="1">
                <a:solidFill>
                  <a:srgbClr val="6D5DD3"/>
                </a:solidFill>
                <a:latin typeface="Arial"/>
                <a:ea typeface="Arial"/>
                <a:cs typeface="Arial"/>
              </a:rPr>
              <a:t>Inspect first</a:t>
            </a:r>
          </a:p>
        </p:txBody>
      </p:sp>
      <p:sp>
        <p:nvSpPr>
          <p:cNvPr id="16" name="">
            <a:extLst xmlns:a="http://schemas.openxmlformats.org/drawingml/2006/main">
              <a:ext uri="{FF2B5EF4-FFF2-40B4-BE49-F238E27FC236}">
                <a16:creationId xmlns:a16="http://schemas.microsoft.com/office/drawing/2014/main" id="{58077EF7-4D4D-424F-938C-641B66B2D4BB}"/>
              </a:ext>
            </a:extLst>
          </p:cNvPr>
          <p:cNvSpPr>
            <a:spLocks xmlns:a="http://schemas.openxmlformats.org/drawingml/2006/main" noGrp="1"/>
          </p:cNvSpPr>
          <p:nvPr/>
        </p:nvSpPr>
        <p:spPr>
          <a:xfrm xmlns:a="http://schemas.openxmlformats.org/drawingml/2006/main">
            <a:off x="8648700" y="22479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defRPr sz="1050" b="1">
                <a:solidFill>
                  <a:srgbClr val="AFC4C6"/>
                </a:solidFill>
                <a:latin typeface="Arial"/>
                <a:ea typeface="Arial"/>
                <a:cs typeface="Arial"/>
              </a:defRPr>
            </a:lvl1pPr>
            <a:lvl2pPr algn="l">
              <a:defRPr sz="1050" b="1">
                <a:solidFill>
                  <a:srgbClr val="AFC4C6"/>
                </a:solidFill>
                <a:latin typeface="Arial"/>
                <a:ea typeface="Arial"/>
                <a:cs typeface="Arial"/>
              </a:defRPr>
            </a:lvl2pPr>
            <a:lvl3pPr algn="l">
              <a:defRPr sz="1050" b="1">
                <a:solidFill>
                  <a:srgbClr val="AFC4C6"/>
                </a:solidFill>
                <a:latin typeface="Arial"/>
                <a:ea typeface="Arial"/>
                <a:cs typeface="Arial"/>
              </a:defRPr>
            </a:lvl3pPr>
            <a:lvl4pPr algn="l">
              <a:defRPr sz="1050" b="1">
                <a:solidFill>
                  <a:srgbClr val="AFC4C6"/>
                </a:solidFill>
                <a:latin typeface="Arial"/>
                <a:ea typeface="Arial"/>
                <a:cs typeface="Arial"/>
              </a:defRPr>
            </a:lvl4pPr>
            <a:lvl5pPr algn="l">
              <a:defRPr sz="1050" b="1">
                <a:solidFill>
                  <a:srgbClr val="AFC4C6"/>
                </a:solidFill>
                <a:latin typeface="Arial"/>
                <a:ea typeface="Arial"/>
                <a:cs typeface="Arial"/>
              </a:defRPr>
            </a:lvl5pPr>
            <a:lvl6pPr algn="l">
              <a:defRPr sz="1050" b="1">
                <a:solidFill>
                  <a:srgbClr val="AFC4C6"/>
                </a:solidFill>
                <a:latin typeface="Arial"/>
                <a:ea typeface="Arial"/>
                <a:cs typeface="Arial"/>
              </a:defRPr>
            </a:lvl6pPr>
            <a:lvl7pPr algn="l">
              <a:defRPr sz="1050" b="1">
                <a:solidFill>
                  <a:srgbClr val="AFC4C6"/>
                </a:solidFill>
                <a:latin typeface="Arial"/>
                <a:ea typeface="Arial"/>
                <a:cs typeface="Arial"/>
              </a:defRPr>
            </a:lvl7pPr>
            <a:lvl8pPr algn="l">
              <a:defRPr sz="1050" b="1">
                <a:solidFill>
                  <a:srgbClr val="AFC4C6"/>
                </a:solidFill>
                <a:latin typeface="Arial"/>
                <a:ea typeface="Arial"/>
                <a:cs typeface="Arial"/>
              </a:defRPr>
            </a:lvl8pPr>
            <a:lvl9pPr algn="l">
              <a:defRPr sz="1050" b="1">
                <a:solidFill>
                  <a:srgbClr val="AFC4C6"/>
                </a:solidFill>
                <a:latin typeface="Arial"/>
                <a:ea typeface="Arial"/>
                <a:cs typeface="Arial"/>
              </a:defRPr>
            </a:lvl9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WHAT THE TOOL SHOWS</a:t>
            </a:r>
          </a:p>
        </p:txBody>
      </p:sp>
      <p:sp>
        <p:nvSpPr>
          <p:cNvPr id="17" name="">
            <a:extLst xmlns:a="http://schemas.openxmlformats.org/drawingml/2006/main">
              <a:ext uri="{FF2B5EF4-FFF2-40B4-BE49-F238E27FC236}">
                <a16:creationId xmlns:a16="http://schemas.microsoft.com/office/drawing/2014/main" id="{C319642C-F1EF-4C95-83D6-29718AD9E391}"/>
              </a:ext>
            </a:extLst>
          </p:cNvPr>
          <p:cNvSpPr>
            <a:spLocks xmlns:a="http://schemas.openxmlformats.org/drawingml/2006/main" noGrp="1"/>
          </p:cNvSpPr>
          <p:nvPr/>
        </p:nvSpPr>
        <p:spPr>
          <a:xfrm xmlns:a="http://schemas.openxmlformats.org/drawingml/2006/main">
            <a:off x="590550" y="3048000"/>
            <a:ext cx="11010900" cy="2647950"/>
          </a:xfrm>
          <a:prstGeom xmlns:a="http://schemas.openxmlformats.org/drawingml/2006/main" prst="roundRect">
            <a:avLst>
              <a:gd name="adj" fmla="val 575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18F03271-9A91-47CE-BF03-7563D4E38AB2}"/>
              </a:ext>
            </a:extLst>
          </p:cNvPr>
          <p:cNvSpPr>
            <a:spLocks xmlns:a="http://schemas.openxmlformats.org/drawingml/2006/main" noGrp="1"/>
          </p:cNvSpPr>
          <p:nvPr/>
        </p:nvSpPr>
        <p:spPr>
          <a:xfrm xmlns:a="http://schemas.openxmlformats.org/drawingml/2006/main">
            <a:off x="8763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defRPr sz="975" b="1">
                <a:solidFill>
                  <a:srgbClr val="F06449"/>
                </a:solidFill>
                <a:latin typeface="Arial"/>
                <a:ea typeface="Arial"/>
                <a:cs typeface="Arial"/>
              </a:defRPr>
            </a:lvl1pPr>
            <a:lvl2pPr algn="l">
              <a:defRPr sz="975" b="1">
                <a:solidFill>
                  <a:srgbClr val="F06449"/>
                </a:solidFill>
                <a:latin typeface="Arial"/>
                <a:ea typeface="Arial"/>
                <a:cs typeface="Arial"/>
              </a:defRPr>
            </a:lvl2pPr>
            <a:lvl3pPr algn="l">
              <a:defRPr sz="975" b="1">
                <a:solidFill>
                  <a:srgbClr val="F06449"/>
                </a:solidFill>
                <a:latin typeface="Arial"/>
                <a:ea typeface="Arial"/>
                <a:cs typeface="Arial"/>
              </a:defRPr>
            </a:lvl3pPr>
            <a:lvl4pPr algn="l">
              <a:defRPr sz="975" b="1">
                <a:solidFill>
                  <a:srgbClr val="F06449"/>
                </a:solidFill>
                <a:latin typeface="Arial"/>
                <a:ea typeface="Arial"/>
                <a:cs typeface="Arial"/>
              </a:defRPr>
            </a:lvl4pPr>
            <a:lvl5pPr algn="l">
              <a:defRPr sz="975" b="1">
                <a:solidFill>
                  <a:srgbClr val="F06449"/>
                </a:solidFill>
                <a:latin typeface="Arial"/>
                <a:ea typeface="Arial"/>
                <a:cs typeface="Arial"/>
              </a:defRPr>
            </a:lvl5pPr>
            <a:lvl6pPr algn="l">
              <a:defRPr sz="975" b="1">
                <a:solidFill>
                  <a:srgbClr val="F06449"/>
                </a:solidFill>
                <a:latin typeface="Arial"/>
                <a:ea typeface="Arial"/>
                <a:cs typeface="Arial"/>
              </a:defRPr>
            </a:lvl6pPr>
            <a:lvl7pPr algn="l">
              <a:defRPr sz="975" b="1">
                <a:solidFill>
                  <a:srgbClr val="F06449"/>
                </a:solidFill>
                <a:latin typeface="Arial"/>
                <a:ea typeface="Arial"/>
                <a:cs typeface="Arial"/>
              </a:defRPr>
            </a:lvl7pPr>
            <a:lvl8pPr algn="l">
              <a:defRPr sz="975" b="1">
                <a:solidFill>
                  <a:srgbClr val="F06449"/>
                </a:solidFill>
                <a:latin typeface="Arial"/>
                <a:ea typeface="Arial"/>
                <a:cs typeface="Arial"/>
              </a:defRPr>
            </a:lvl8pPr>
            <a:lvl9pPr algn="l">
              <a:defRPr sz="975" b="1">
                <a:solidFill>
                  <a:srgbClr val="F06449"/>
                </a:solidFill>
                <a:latin typeface="Arial"/>
                <a:ea typeface="Arial"/>
                <a:cs typeface="Arial"/>
              </a:defRPr>
            </a:lvl9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PROBLEM</a:t>
            </a:r>
          </a:p>
        </p:txBody>
      </p:sp>
      <p:sp>
        <p:nvSpPr>
          <p:cNvPr id="19" name="">
            <a:extLst xmlns:a="http://schemas.openxmlformats.org/drawingml/2006/main">
              <a:ext uri="{FF2B5EF4-FFF2-40B4-BE49-F238E27FC236}">
                <a16:creationId xmlns:a16="http://schemas.microsoft.com/office/drawing/2014/main" id="{1FFAECC6-867F-474F-9FC6-179FD63B97ED}"/>
              </a:ext>
            </a:extLst>
          </p:cNvPr>
          <p:cNvSpPr>
            <a:spLocks xmlns:a="http://schemas.openxmlformats.org/drawingml/2006/main" noGrp="1"/>
          </p:cNvSpPr>
          <p:nvPr/>
        </p:nvSpPr>
        <p:spPr>
          <a:xfrm xmlns:a="http://schemas.openxmlformats.org/drawingml/2006/main">
            <a:off x="8763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defRPr sz="1800" b="1">
                <a:solidFill>
                  <a:srgbClr val="F3F6F2"/>
                </a:solidFill>
                <a:latin typeface="Arial"/>
                <a:ea typeface="Arial"/>
                <a:cs typeface="Arial"/>
              </a:defRPr>
            </a:lvl1pPr>
            <a:lvl2pPr algn="l">
              <a:defRPr sz="1800" b="1">
                <a:solidFill>
                  <a:srgbClr val="F3F6F2"/>
                </a:solidFill>
                <a:latin typeface="Arial"/>
                <a:ea typeface="Arial"/>
                <a:cs typeface="Arial"/>
              </a:defRPr>
            </a:lvl2pPr>
            <a:lvl3pPr algn="l">
              <a:defRPr sz="1800" b="1">
                <a:solidFill>
                  <a:srgbClr val="F3F6F2"/>
                </a:solidFill>
                <a:latin typeface="Arial"/>
                <a:ea typeface="Arial"/>
                <a:cs typeface="Arial"/>
              </a:defRPr>
            </a:lvl3pPr>
            <a:lvl4pPr algn="l">
              <a:defRPr sz="1800" b="1">
                <a:solidFill>
                  <a:srgbClr val="F3F6F2"/>
                </a:solidFill>
                <a:latin typeface="Arial"/>
                <a:ea typeface="Arial"/>
                <a:cs typeface="Arial"/>
              </a:defRPr>
            </a:lvl4pPr>
            <a:lvl5pPr algn="l">
              <a:defRPr sz="1800" b="1">
                <a:solidFill>
                  <a:srgbClr val="F3F6F2"/>
                </a:solidFill>
                <a:latin typeface="Arial"/>
                <a:ea typeface="Arial"/>
                <a:cs typeface="Arial"/>
              </a:defRPr>
            </a:lvl5pPr>
            <a:lvl6pPr algn="l">
              <a:defRPr sz="1800" b="1">
                <a:solidFill>
                  <a:srgbClr val="F3F6F2"/>
                </a:solidFill>
                <a:latin typeface="Arial"/>
                <a:ea typeface="Arial"/>
                <a:cs typeface="Arial"/>
              </a:defRPr>
            </a:lvl6pPr>
            <a:lvl7pPr algn="l">
              <a:defRPr sz="1800" b="1">
                <a:solidFill>
                  <a:srgbClr val="F3F6F2"/>
                </a:solidFill>
                <a:latin typeface="Arial"/>
                <a:ea typeface="Arial"/>
                <a:cs typeface="Arial"/>
              </a:defRPr>
            </a:lvl7pPr>
            <a:lvl8pPr algn="l">
              <a:defRPr sz="1800" b="1">
                <a:solidFill>
                  <a:srgbClr val="F3F6F2"/>
                </a:solidFill>
                <a:latin typeface="Arial"/>
                <a:ea typeface="Arial"/>
                <a:cs typeface="Arial"/>
              </a:defRPr>
            </a:lvl8pPr>
            <a:lvl9pPr algn="l">
              <a:defRPr sz="1800" b="1">
                <a:solidFill>
                  <a:srgbClr val="F3F6F2"/>
                </a:solidFill>
                <a:latin typeface="Arial"/>
                <a:ea typeface="Arial"/>
                <a:cs typeface="Arial"/>
              </a:defRPr>
            </a:lvl9pPr>
          </a:lstStyle>
          <a:p xmlns:a="http://schemas.openxmlformats.org/drawingml/2006/main">
            <a:pPr algn="l">
              <a:defRPr sz="1800" b="1">
                <a:solidFill>
                  <a:srgbClr val="F3F6F2"/>
                </a:solidFill>
                <a:latin typeface="Arial"/>
                <a:ea typeface="Arial"/>
                <a:cs typeface="Arial"/>
              </a:defRPr>
            </a:pPr>
            <a:r>
              <a:rPr sz="1800" b="1">
                <a:solidFill>
                  <a:srgbClr val="F3F6F2"/>
                </a:solidFill>
                <a:latin typeface="Arial"/>
                <a:ea typeface="Arial"/>
                <a:cs typeface="Arial"/>
              </a:rPr>
              <a:t>Planners may need to compare separate maps for growth, heat, population and vegetation before choosing where to visit.</a:t>
            </a:r>
          </a:p>
        </p:txBody>
      </p:sp>
      <p:sp>
        <p:nvSpPr>
          <p:cNvPr id="20" name="">
            <a:extLst xmlns:a="http://schemas.openxmlformats.org/drawingml/2006/main">
              <a:ext uri="{FF2B5EF4-FFF2-40B4-BE49-F238E27FC236}">
                <a16:creationId xmlns:a16="http://schemas.microsoft.com/office/drawing/2014/main" id="{4C2D463A-24CF-441C-9EF0-4192F1D7C08C}"/>
              </a:ext>
            </a:extLst>
          </p:cNvPr>
          <p:cNvSpPr>
            <a:spLocks xmlns:a="http://schemas.openxmlformats.org/drawingml/2006/main" noGrp="1"/>
          </p:cNvSpPr>
          <p:nvPr/>
        </p:nvSpPr>
        <p:spPr>
          <a:xfrm xmlns:a="http://schemas.openxmlformats.org/drawingml/2006/main">
            <a:off x="5981700" y="3333750"/>
            <a:ext cx="9525" cy="198120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21" name="">
            <a:extLst xmlns:a="http://schemas.openxmlformats.org/drawingml/2006/main">
              <a:ext uri="{FF2B5EF4-FFF2-40B4-BE49-F238E27FC236}">
                <a16:creationId xmlns:a16="http://schemas.microsoft.com/office/drawing/2014/main" id="{8E8E1C0A-365E-46EE-90E6-A8B2BECA54B9}"/>
              </a:ext>
            </a:extLst>
          </p:cNvPr>
          <p:cNvSpPr>
            <a:spLocks xmlns:a="http://schemas.openxmlformats.org/drawingml/2006/main" noGrp="1"/>
          </p:cNvSpPr>
          <p:nvPr/>
        </p:nvSpPr>
        <p:spPr>
          <a:xfrm xmlns:a="http://schemas.openxmlformats.org/drawingml/2006/main">
            <a:off x="63246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defRPr sz="975" b="1">
                <a:solidFill>
                  <a:srgbClr val="1AA58F"/>
                </a:solidFill>
                <a:latin typeface="Arial"/>
                <a:ea typeface="Arial"/>
                <a:cs typeface="Arial"/>
              </a:defRPr>
            </a:lvl1pPr>
            <a:lvl2pPr algn="l">
              <a:defRPr sz="975" b="1">
                <a:solidFill>
                  <a:srgbClr val="1AA58F"/>
                </a:solidFill>
                <a:latin typeface="Arial"/>
                <a:ea typeface="Arial"/>
                <a:cs typeface="Arial"/>
              </a:defRPr>
            </a:lvl2pPr>
            <a:lvl3pPr algn="l">
              <a:defRPr sz="975" b="1">
                <a:solidFill>
                  <a:srgbClr val="1AA58F"/>
                </a:solidFill>
                <a:latin typeface="Arial"/>
                <a:ea typeface="Arial"/>
                <a:cs typeface="Arial"/>
              </a:defRPr>
            </a:lvl3pPr>
            <a:lvl4pPr algn="l">
              <a:defRPr sz="975" b="1">
                <a:solidFill>
                  <a:srgbClr val="1AA58F"/>
                </a:solidFill>
                <a:latin typeface="Arial"/>
                <a:ea typeface="Arial"/>
                <a:cs typeface="Arial"/>
              </a:defRPr>
            </a:lvl4pPr>
            <a:lvl5pPr algn="l">
              <a:defRPr sz="975" b="1">
                <a:solidFill>
                  <a:srgbClr val="1AA58F"/>
                </a:solidFill>
                <a:latin typeface="Arial"/>
                <a:ea typeface="Arial"/>
                <a:cs typeface="Arial"/>
              </a:defRPr>
            </a:lvl5pPr>
            <a:lvl6pPr algn="l">
              <a:defRPr sz="975" b="1">
                <a:solidFill>
                  <a:srgbClr val="1AA58F"/>
                </a:solidFill>
                <a:latin typeface="Arial"/>
                <a:ea typeface="Arial"/>
                <a:cs typeface="Arial"/>
              </a:defRPr>
            </a:lvl6pPr>
            <a:lvl7pPr algn="l">
              <a:defRPr sz="975" b="1">
                <a:solidFill>
                  <a:srgbClr val="1AA58F"/>
                </a:solidFill>
                <a:latin typeface="Arial"/>
                <a:ea typeface="Arial"/>
                <a:cs typeface="Arial"/>
              </a:defRPr>
            </a:lvl7pPr>
            <a:lvl8pPr algn="l">
              <a:defRPr sz="975" b="1">
                <a:solidFill>
                  <a:srgbClr val="1AA58F"/>
                </a:solidFill>
                <a:latin typeface="Arial"/>
                <a:ea typeface="Arial"/>
                <a:cs typeface="Arial"/>
              </a:defRPr>
            </a:lvl8pPr>
            <a:lvl9pPr algn="l">
              <a:defRPr sz="975" b="1">
                <a:solidFill>
                  <a:srgbClr val="1AA58F"/>
                </a:solidFill>
                <a:latin typeface="Arial"/>
                <a:ea typeface="Arial"/>
                <a:cs typeface="Arial"/>
              </a:defRPr>
            </a:lvl9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OUR IDEA</a:t>
            </a:r>
          </a:p>
        </p:txBody>
      </p:sp>
      <p:sp>
        <p:nvSpPr>
          <p:cNvPr id="22" name="">
            <a:extLst xmlns:a="http://schemas.openxmlformats.org/drawingml/2006/main">
              <a:ext uri="{FF2B5EF4-FFF2-40B4-BE49-F238E27FC236}">
                <a16:creationId xmlns:a16="http://schemas.microsoft.com/office/drawing/2014/main" id="{5B597C61-6804-46B5-9315-26656345FF4A}"/>
              </a:ext>
            </a:extLst>
          </p:cNvPr>
          <p:cNvSpPr>
            <a:spLocks xmlns:a="http://schemas.openxmlformats.org/drawingml/2006/main" noGrp="1"/>
          </p:cNvSpPr>
          <p:nvPr/>
        </p:nvSpPr>
        <p:spPr>
          <a:xfrm xmlns:a="http://schemas.openxmlformats.org/drawingml/2006/main">
            <a:off x="63246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defRPr sz="1800" b="1">
                <a:solidFill>
                  <a:srgbClr val="F3F6F2"/>
                </a:solidFill>
                <a:latin typeface="Arial"/>
                <a:ea typeface="Arial"/>
                <a:cs typeface="Arial"/>
              </a:defRPr>
            </a:lvl1pPr>
            <a:lvl2pPr algn="l">
              <a:defRPr sz="1800" b="1">
                <a:solidFill>
                  <a:srgbClr val="F3F6F2"/>
                </a:solidFill>
                <a:latin typeface="Arial"/>
                <a:ea typeface="Arial"/>
                <a:cs typeface="Arial"/>
              </a:defRPr>
            </a:lvl2pPr>
            <a:lvl3pPr algn="l">
              <a:defRPr sz="1800" b="1">
                <a:solidFill>
                  <a:srgbClr val="F3F6F2"/>
                </a:solidFill>
                <a:latin typeface="Arial"/>
                <a:ea typeface="Arial"/>
                <a:cs typeface="Arial"/>
              </a:defRPr>
            </a:lvl3pPr>
            <a:lvl4pPr algn="l">
              <a:defRPr sz="1800" b="1">
                <a:solidFill>
                  <a:srgbClr val="F3F6F2"/>
                </a:solidFill>
                <a:latin typeface="Arial"/>
                <a:ea typeface="Arial"/>
                <a:cs typeface="Arial"/>
              </a:defRPr>
            </a:lvl4pPr>
            <a:lvl5pPr algn="l">
              <a:defRPr sz="1800" b="1">
                <a:solidFill>
                  <a:srgbClr val="F3F6F2"/>
                </a:solidFill>
                <a:latin typeface="Arial"/>
                <a:ea typeface="Arial"/>
                <a:cs typeface="Arial"/>
              </a:defRPr>
            </a:lvl5pPr>
            <a:lvl6pPr algn="l">
              <a:defRPr sz="1800" b="1">
                <a:solidFill>
                  <a:srgbClr val="F3F6F2"/>
                </a:solidFill>
                <a:latin typeface="Arial"/>
                <a:ea typeface="Arial"/>
                <a:cs typeface="Arial"/>
              </a:defRPr>
            </a:lvl6pPr>
            <a:lvl7pPr algn="l">
              <a:defRPr sz="1800" b="1">
                <a:solidFill>
                  <a:srgbClr val="F3F6F2"/>
                </a:solidFill>
                <a:latin typeface="Arial"/>
                <a:ea typeface="Arial"/>
                <a:cs typeface="Arial"/>
              </a:defRPr>
            </a:lvl7pPr>
            <a:lvl8pPr algn="l">
              <a:defRPr sz="1800" b="1">
                <a:solidFill>
                  <a:srgbClr val="F3F6F2"/>
                </a:solidFill>
                <a:latin typeface="Arial"/>
                <a:ea typeface="Arial"/>
                <a:cs typeface="Arial"/>
              </a:defRPr>
            </a:lvl8pPr>
            <a:lvl9pPr algn="l">
              <a:defRPr sz="1800" b="1">
                <a:solidFill>
                  <a:srgbClr val="F3F6F2"/>
                </a:solidFill>
                <a:latin typeface="Arial"/>
                <a:ea typeface="Arial"/>
                <a:cs typeface="Arial"/>
              </a:defRPr>
            </a:lvl9pPr>
          </a:lstStyle>
          <a:p xmlns:a="http://schemas.openxmlformats.org/drawingml/2006/main">
            <a:pPr algn="l">
              <a:defRPr sz="1800" b="1">
                <a:solidFill>
                  <a:srgbClr val="F3F6F2"/>
                </a:solidFill>
                <a:latin typeface="Arial"/>
                <a:ea typeface="Arial"/>
                <a:cs typeface="Arial"/>
              </a:defRPr>
            </a:pPr>
            <a:r>
              <a:rPr sz="1800" b="1">
                <a:solidFill>
                  <a:srgbClr val="F3F6F2"/>
                </a:solidFill>
                <a:latin typeface="Arial"/>
                <a:ea typeface="Arial"/>
                <a:cs typeface="Arial"/>
              </a:rPr>
              <a:t>HeatReady combines those maps and ranks 1 km areas. It gives planners a place to start, not a final decision.</a:t>
            </a:r>
          </a:p>
        </p:txBody>
      </p:sp>
      <p:sp>
        <p:nvSpPr>
          <p:cNvPr id="23" name="">
            <a:extLst xmlns:a="http://schemas.openxmlformats.org/drawingml/2006/main">
              <a:ext uri="{FF2B5EF4-FFF2-40B4-BE49-F238E27FC236}">
                <a16:creationId xmlns:a16="http://schemas.microsoft.com/office/drawing/2014/main" id="{6D3783AB-4B6D-4934-A643-0DFB424CBBB6}"/>
              </a:ext>
            </a:extLst>
          </p:cNvPr>
          <p:cNvSpPr>
            <a:spLocks xmlns:a="http://schemas.openxmlformats.org/drawingml/2006/main" noGrp="1"/>
          </p:cNvSpPr>
          <p:nvPr/>
        </p:nvSpPr>
        <p:spPr>
          <a:xfrm xmlns:a="http://schemas.openxmlformats.org/drawingml/2006/main">
            <a:off x="876300" y="51911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E2AD2B"/>
                </a:solidFill>
                <a:latin typeface="Arial"/>
                <a:ea typeface="Arial"/>
                <a:cs typeface="Arial"/>
              </a:defRPr>
            </a:defPPr>
            <a:lvl1pPr algn="l">
              <a:defRPr sz="1200" b="1">
                <a:solidFill>
                  <a:srgbClr val="E2AD2B"/>
                </a:solidFill>
                <a:latin typeface="Arial"/>
                <a:ea typeface="Arial"/>
                <a:cs typeface="Arial"/>
              </a:defRPr>
            </a:lvl1pPr>
            <a:lvl2pPr algn="l">
              <a:defRPr sz="1200" b="1">
                <a:solidFill>
                  <a:srgbClr val="E2AD2B"/>
                </a:solidFill>
                <a:latin typeface="Arial"/>
                <a:ea typeface="Arial"/>
                <a:cs typeface="Arial"/>
              </a:defRPr>
            </a:lvl2pPr>
            <a:lvl3pPr algn="l">
              <a:defRPr sz="1200" b="1">
                <a:solidFill>
                  <a:srgbClr val="E2AD2B"/>
                </a:solidFill>
                <a:latin typeface="Arial"/>
                <a:ea typeface="Arial"/>
                <a:cs typeface="Arial"/>
              </a:defRPr>
            </a:lvl3pPr>
            <a:lvl4pPr algn="l">
              <a:defRPr sz="1200" b="1">
                <a:solidFill>
                  <a:srgbClr val="E2AD2B"/>
                </a:solidFill>
                <a:latin typeface="Arial"/>
                <a:ea typeface="Arial"/>
                <a:cs typeface="Arial"/>
              </a:defRPr>
            </a:lvl4pPr>
            <a:lvl5pPr algn="l">
              <a:defRPr sz="1200" b="1">
                <a:solidFill>
                  <a:srgbClr val="E2AD2B"/>
                </a:solidFill>
                <a:latin typeface="Arial"/>
                <a:ea typeface="Arial"/>
                <a:cs typeface="Arial"/>
              </a:defRPr>
            </a:lvl5pPr>
            <a:lvl6pPr algn="l">
              <a:defRPr sz="1200" b="1">
                <a:solidFill>
                  <a:srgbClr val="E2AD2B"/>
                </a:solidFill>
                <a:latin typeface="Arial"/>
                <a:ea typeface="Arial"/>
                <a:cs typeface="Arial"/>
              </a:defRPr>
            </a:lvl6pPr>
            <a:lvl7pPr algn="l">
              <a:defRPr sz="1200" b="1">
                <a:solidFill>
                  <a:srgbClr val="E2AD2B"/>
                </a:solidFill>
                <a:latin typeface="Arial"/>
                <a:ea typeface="Arial"/>
                <a:cs typeface="Arial"/>
              </a:defRPr>
            </a:lvl7pPr>
            <a:lvl8pPr algn="l">
              <a:defRPr sz="1200" b="1">
                <a:solidFill>
                  <a:srgbClr val="E2AD2B"/>
                </a:solidFill>
                <a:latin typeface="Arial"/>
                <a:ea typeface="Arial"/>
                <a:cs typeface="Arial"/>
              </a:defRPr>
            </a:lvl8pPr>
            <a:lvl9pPr algn="l">
              <a:defRPr sz="1200" b="1">
                <a:solidFill>
                  <a:srgbClr val="E2AD2B"/>
                </a:solidFill>
                <a:latin typeface="Arial"/>
                <a:ea typeface="Arial"/>
                <a:cs typeface="Arial"/>
              </a:defRPr>
            </a:lvl9pPr>
          </a:lstStyle>
          <a:p xmlns:a="http://schemas.openxmlformats.org/drawingml/2006/main">
            <a:pPr algn="l">
              <a:defRPr sz="1200" b="1">
                <a:solidFill>
                  <a:srgbClr val="E2AD2B"/>
                </a:solidFill>
                <a:latin typeface="Arial"/>
                <a:ea typeface="Arial"/>
                <a:cs typeface="Arial"/>
              </a:defRPr>
            </a:pPr>
            <a:r>
              <a:rPr sz="1200" b="1">
                <a:solidFill>
                  <a:srgbClr val="E2AD2B"/>
                </a:solidFill>
                <a:latin typeface="Arial"/>
                <a:ea typeface="Arial"/>
                <a:cs typeface="Arial"/>
              </a:rPr>
              <a:t>We still need to test this with real municipal users.</a:t>
            </a:r>
          </a:p>
        </p:txBody>
      </p:sp>
    </p:spTree>
    <p:extLst>
      <p:ext uri="{BB962C8B-B14F-4D97-AF65-F5344CB8AC3E}">
        <p14:creationId xmlns:p14="http://schemas.microsoft.com/office/powerpoint/2010/main" val="134767712"/>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38E49A-67C8-4F77-BAC0-CD0737FBC4E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defRPr sz="1050" b="1">
                <a:solidFill>
                  <a:srgbClr val="1AA58F"/>
                </a:solidFill>
                <a:latin typeface="Arial"/>
                <a:ea typeface="Arial"/>
                <a:cs typeface="Arial"/>
              </a:defRPr>
            </a:lvl1pPr>
            <a:lvl2pPr algn="l">
              <a:defRPr sz="1050" b="1">
                <a:solidFill>
                  <a:srgbClr val="1AA58F"/>
                </a:solidFill>
                <a:latin typeface="Arial"/>
                <a:ea typeface="Arial"/>
                <a:cs typeface="Arial"/>
              </a:defRPr>
            </a:lvl2pPr>
            <a:lvl3pPr algn="l">
              <a:defRPr sz="1050" b="1">
                <a:solidFill>
                  <a:srgbClr val="1AA58F"/>
                </a:solidFill>
                <a:latin typeface="Arial"/>
                <a:ea typeface="Arial"/>
                <a:cs typeface="Arial"/>
              </a:defRPr>
            </a:lvl3pPr>
            <a:lvl4pPr algn="l">
              <a:defRPr sz="1050" b="1">
                <a:solidFill>
                  <a:srgbClr val="1AA58F"/>
                </a:solidFill>
                <a:latin typeface="Arial"/>
                <a:ea typeface="Arial"/>
                <a:cs typeface="Arial"/>
              </a:defRPr>
            </a:lvl4pPr>
            <a:lvl5pPr algn="l">
              <a:defRPr sz="1050" b="1">
                <a:solidFill>
                  <a:srgbClr val="1AA58F"/>
                </a:solidFill>
                <a:latin typeface="Arial"/>
                <a:ea typeface="Arial"/>
                <a:cs typeface="Arial"/>
              </a:defRPr>
            </a:lvl5pPr>
            <a:lvl6pPr algn="l">
              <a:defRPr sz="1050" b="1">
                <a:solidFill>
                  <a:srgbClr val="1AA58F"/>
                </a:solidFill>
                <a:latin typeface="Arial"/>
                <a:ea typeface="Arial"/>
                <a:cs typeface="Arial"/>
              </a:defRPr>
            </a:lvl6pPr>
            <a:lvl7pPr algn="l">
              <a:defRPr sz="1050" b="1">
                <a:solidFill>
                  <a:srgbClr val="1AA58F"/>
                </a:solidFill>
                <a:latin typeface="Arial"/>
                <a:ea typeface="Arial"/>
                <a:cs typeface="Arial"/>
              </a:defRPr>
            </a:lvl7pPr>
            <a:lvl8pPr algn="l">
              <a:defRPr sz="1050" b="1">
                <a:solidFill>
                  <a:srgbClr val="1AA58F"/>
                </a:solidFill>
                <a:latin typeface="Arial"/>
                <a:ea typeface="Arial"/>
                <a:cs typeface="Arial"/>
              </a:defRPr>
            </a:lvl8pPr>
            <a:lvl9pPr algn="l">
              <a:defRPr sz="1050" b="1">
                <a:solidFill>
                  <a:srgbClr val="1AA58F"/>
                </a:solidFill>
                <a:latin typeface="Arial"/>
                <a:ea typeface="Arial"/>
                <a:cs typeface="Arial"/>
              </a:defRPr>
            </a:lvl9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38D1438E-32EF-4853-9459-7D42EFC2EF92}"/>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defRPr sz="2700" b="1">
                <a:solidFill>
                  <a:srgbClr val="F3F6F2"/>
                </a:solidFill>
                <a:latin typeface="Arial"/>
                <a:ea typeface="Arial"/>
                <a:cs typeface="Arial"/>
              </a:defRPr>
            </a:lvl1pPr>
            <a:lvl2pPr algn="l">
              <a:defRPr sz="2700" b="1">
                <a:solidFill>
                  <a:srgbClr val="F3F6F2"/>
                </a:solidFill>
                <a:latin typeface="Arial"/>
                <a:ea typeface="Arial"/>
                <a:cs typeface="Arial"/>
              </a:defRPr>
            </a:lvl2pPr>
            <a:lvl3pPr algn="l">
              <a:defRPr sz="2700" b="1">
                <a:solidFill>
                  <a:srgbClr val="F3F6F2"/>
                </a:solidFill>
                <a:latin typeface="Arial"/>
                <a:ea typeface="Arial"/>
                <a:cs typeface="Arial"/>
              </a:defRPr>
            </a:lvl3pPr>
            <a:lvl4pPr algn="l">
              <a:defRPr sz="2700" b="1">
                <a:solidFill>
                  <a:srgbClr val="F3F6F2"/>
                </a:solidFill>
                <a:latin typeface="Arial"/>
                <a:ea typeface="Arial"/>
                <a:cs typeface="Arial"/>
              </a:defRPr>
            </a:lvl4pPr>
            <a:lvl5pPr algn="l">
              <a:defRPr sz="2700" b="1">
                <a:solidFill>
                  <a:srgbClr val="F3F6F2"/>
                </a:solidFill>
                <a:latin typeface="Arial"/>
                <a:ea typeface="Arial"/>
                <a:cs typeface="Arial"/>
              </a:defRPr>
            </a:lvl5pPr>
            <a:lvl6pPr algn="l">
              <a:defRPr sz="2700" b="1">
                <a:solidFill>
                  <a:srgbClr val="F3F6F2"/>
                </a:solidFill>
                <a:latin typeface="Arial"/>
                <a:ea typeface="Arial"/>
                <a:cs typeface="Arial"/>
              </a:defRPr>
            </a:lvl6pPr>
            <a:lvl7pPr algn="l">
              <a:defRPr sz="2700" b="1">
                <a:solidFill>
                  <a:srgbClr val="F3F6F2"/>
                </a:solidFill>
                <a:latin typeface="Arial"/>
                <a:ea typeface="Arial"/>
                <a:cs typeface="Arial"/>
              </a:defRPr>
            </a:lvl7pPr>
            <a:lvl8pPr algn="l">
              <a:defRPr sz="2700" b="1">
                <a:solidFill>
                  <a:srgbClr val="F3F6F2"/>
                </a:solidFill>
                <a:latin typeface="Arial"/>
                <a:ea typeface="Arial"/>
                <a:cs typeface="Arial"/>
              </a:defRPr>
            </a:lvl8pPr>
            <a:lvl9pPr algn="l">
              <a:defRPr sz="2700" b="1">
                <a:solidFill>
                  <a:srgbClr val="F3F6F2"/>
                </a:solidFill>
                <a:latin typeface="Arial"/>
                <a:ea typeface="Arial"/>
                <a:cs typeface="Arial"/>
              </a:defRPr>
            </a:lvl9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Who we are</a:t>
            </a:r>
          </a:p>
        </p:txBody>
      </p:sp>
      <p:sp>
        <p:nvSpPr>
          <p:cNvPr id="3" name="">
            <a:extLst xmlns:a="http://schemas.openxmlformats.org/drawingml/2006/main">
              <a:ext uri="{FF2B5EF4-FFF2-40B4-BE49-F238E27FC236}">
                <a16:creationId xmlns:a16="http://schemas.microsoft.com/office/drawing/2014/main" id="{B03F42FD-2E26-485D-B97B-2E626E753797}"/>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defRPr sz="1050" b="1">
                <a:solidFill>
                  <a:srgbClr val="AFC4C6"/>
                </a:solidFill>
                <a:latin typeface="Arial"/>
                <a:ea typeface="Arial"/>
                <a:cs typeface="Arial"/>
              </a:defRPr>
            </a:lvl1pPr>
            <a:lvl2pPr algn="r">
              <a:defRPr sz="1050" b="1">
                <a:solidFill>
                  <a:srgbClr val="AFC4C6"/>
                </a:solidFill>
                <a:latin typeface="Arial"/>
                <a:ea typeface="Arial"/>
                <a:cs typeface="Arial"/>
              </a:defRPr>
            </a:lvl2pPr>
            <a:lvl3pPr algn="r">
              <a:defRPr sz="1050" b="1">
                <a:solidFill>
                  <a:srgbClr val="AFC4C6"/>
                </a:solidFill>
                <a:latin typeface="Arial"/>
                <a:ea typeface="Arial"/>
                <a:cs typeface="Arial"/>
              </a:defRPr>
            </a:lvl3pPr>
            <a:lvl4pPr algn="r">
              <a:defRPr sz="1050" b="1">
                <a:solidFill>
                  <a:srgbClr val="AFC4C6"/>
                </a:solidFill>
                <a:latin typeface="Arial"/>
                <a:ea typeface="Arial"/>
                <a:cs typeface="Arial"/>
              </a:defRPr>
            </a:lvl4pPr>
            <a:lvl5pPr algn="r">
              <a:defRPr sz="1050" b="1">
                <a:solidFill>
                  <a:srgbClr val="AFC4C6"/>
                </a:solidFill>
                <a:latin typeface="Arial"/>
                <a:ea typeface="Arial"/>
                <a:cs typeface="Arial"/>
              </a:defRPr>
            </a:lvl5pPr>
            <a:lvl6pPr algn="r">
              <a:defRPr sz="1050" b="1">
                <a:solidFill>
                  <a:srgbClr val="AFC4C6"/>
                </a:solidFill>
                <a:latin typeface="Arial"/>
                <a:ea typeface="Arial"/>
                <a:cs typeface="Arial"/>
              </a:defRPr>
            </a:lvl6pPr>
            <a:lvl7pPr algn="r">
              <a:defRPr sz="1050" b="1">
                <a:solidFill>
                  <a:srgbClr val="AFC4C6"/>
                </a:solidFill>
                <a:latin typeface="Arial"/>
                <a:ea typeface="Arial"/>
                <a:cs typeface="Arial"/>
              </a:defRPr>
            </a:lvl7pPr>
            <a:lvl8pPr algn="r">
              <a:defRPr sz="1050" b="1">
                <a:solidFill>
                  <a:srgbClr val="AFC4C6"/>
                </a:solidFill>
                <a:latin typeface="Arial"/>
                <a:ea typeface="Arial"/>
                <a:cs typeface="Arial"/>
              </a:defRPr>
            </a:lvl8pPr>
            <a:lvl9pPr algn="r">
              <a:defRPr sz="1050" b="1">
                <a:solidFill>
                  <a:srgbClr val="AFC4C6"/>
                </a:solidFill>
                <a:latin typeface="Arial"/>
                <a:ea typeface="Arial"/>
                <a:cs typeface="Arial"/>
              </a:defRPr>
            </a:lvl9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D34065C2-1B00-4849-BDFD-973CC19F5A15}"/>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AB26CB7B-F38B-44F6-A933-D1DBAEDF8173}"/>
              </a:ext>
            </a:extLst>
          </p:cNvPr>
          <p:cNvSpPr>
            <a:spLocks xmlns:a="http://schemas.openxmlformats.org/drawingml/2006/main" noGrp="1"/>
          </p:cNvSpPr>
          <p:nvPr/>
        </p:nvSpPr>
        <p:spPr>
          <a:xfrm xmlns:a="http://schemas.openxmlformats.org/drawingml/2006/main">
            <a:off x="6096000" y="1695450"/>
            <a:ext cx="9525" cy="37147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9D2D177-5CC1-40AA-ADC9-4454CA6C7E49}"/>
              </a:ext>
            </a:extLst>
          </p:cNvPr>
          <p:cNvSpPr>
            <a:spLocks xmlns:a="http://schemas.openxmlformats.org/drawingml/2006/main" noGrp="1"/>
          </p:cNvSpPr>
          <p:nvPr/>
        </p:nvSpPr>
        <p:spPr>
          <a:xfrm xmlns:a="http://schemas.openxmlformats.org/drawingml/2006/main">
            <a:off x="742950" y="1752600"/>
            <a:ext cx="466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325" b="1">
                <a:solidFill>
                  <a:srgbClr val="F3F6F2"/>
                </a:solidFill>
                <a:latin typeface="Arial"/>
                <a:ea typeface="Arial"/>
                <a:cs typeface="Arial"/>
              </a:defRPr>
            </a:defPPr>
            <a:lvl1pPr algn="l">
              <a:defRPr sz="2325" b="1">
                <a:solidFill>
                  <a:srgbClr val="F3F6F2"/>
                </a:solidFill>
                <a:latin typeface="Arial"/>
                <a:ea typeface="Arial"/>
                <a:cs typeface="Arial"/>
              </a:defRPr>
            </a:lvl1pPr>
            <a:lvl2pPr algn="l">
              <a:defRPr sz="2325" b="1">
                <a:solidFill>
                  <a:srgbClr val="F3F6F2"/>
                </a:solidFill>
                <a:latin typeface="Arial"/>
                <a:ea typeface="Arial"/>
                <a:cs typeface="Arial"/>
              </a:defRPr>
            </a:lvl2pPr>
            <a:lvl3pPr algn="l">
              <a:defRPr sz="2325" b="1">
                <a:solidFill>
                  <a:srgbClr val="F3F6F2"/>
                </a:solidFill>
                <a:latin typeface="Arial"/>
                <a:ea typeface="Arial"/>
                <a:cs typeface="Arial"/>
              </a:defRPr>
            </a:lvl3pPr>
            <a:lvl4pPr algn="l">
              <a:defRPr sz="2325" b="1">
                <a:solidFill>
                  <a:srgbClr val="F3F6F2"/>
                </a:solidFill>
                <a:latin typeface="Arial"/>
                <a:ea typeface="Arial"/>
                <a:cs typeface="Arial"/>
              </a:defRPr>
            </a:lvl4pPr>
            <a:lvl5pPr algn="l">
              <a:defRPr sz="2325" b="1">
                <a:solidFill>
                  <a:srgbClr val="F3F6F2"/>
                </a:solidFill>
                <a:latin typeface="Arial"/>
                <a:ea typeface="Arial"/>
                <a:cs typeface="Arial"/>
              </a:defRPr>
            </a:lvl5pPr>
            <a:lvl6pPr algn="l">
              <a:defRPr sz="2325" b="1">
                <a:solidFill>
                  <a:srgbClr val="F3F6F2"/>
                </a:solidFill>
                <a:latin typeface="Arial"/>
                <a:ea typeface="Arial"/>
                <a:cs typeface="Arial"/>
              </a:defRPr>
            </a:lvl6pPr>
            <a:lvl7pPr algn="l">
              <a:defRPr sz="2325" b="1">
                <a:solidFill>
                  <a:srgbClr val="F3F6F2"/>
                </a:solidFill>
                <a:latin typeface="Arial"/>
                <a:ea typeface="Arial"/>
                <a:cs typeface="Arial"/>
              </a:defRPr>
            </a:lvl7pPr>
            <a:lvl8pPr algn="l">
              <a:defRPr sz="2325" b="1">
                <a:solidFill>
                  <a:srgbClr val="F3F6F2"/>
                </a:solidFill>
                <a:latin typeface="Arial"/>
                <a:ea typeface="Arial"/>
                <a:cs typeface="Arial"/>
              </a:defRPr>
            </a:lvl8pPr>
            <a:lvl9pPr algn="l">
              <a:defRPr sz="2325" b="1">
                <a:solidFill>
                  <a:srgbClr val="F3F6F2"/>
                </a:solidFill>
                <a:latin typeface="Arial"/>
                <a:ea typeface="Arial"/>
                <a:cs typeface="Arial"/>
              </a:defRPr>
            </a:lvl9pPr>
          </a:lstStyle>
          <a:p xmlns:a="http://schemas.openxmlformats.org/drawingml/2006/main">
            <a:pPr algn="l">
              <a:defRPr sz="2325" b="1">
                <a:solidFill>
                  <a:srgbClr val="F3F6F2"/>
                </a:solidFill>
                <a:latin typeface="Arial"/>
                <a:ea typeface="Arial"/>
                <a:cs typeface="Arial"/>
              </a:defRPr>
            </a:pPr>
            <a:r>
              <a:rPr sz="2325" b="1">
                <a:solidFill>
                  <a:srgbClr val="F3F6F2"/>
                </a:solidFill>
                <a:latin typeface="Arial"/>
                <a:ea typeface="Arial"/>
                <a:cs typeface="Arial"/>
              </a:rPr>
              <a:t>Yusuf Karanib</a:t>
            </a:r>
          </a:p>
        </p:txBody>
      </p:sp>
      <p:sp>
        <p:nvSpPr>
          <p:cNvPr id="7" name="">
            <a:extLst xmlns:a="http://schemas.openxmlformats.org/drawingml/2006/main">
              <a:ext uri="{FF2B5EF4-FFF2-40B4-BE49-F238E27FC236}">
                <a16:creationId xmlns:a16="http://schemas.microsoft.com/office/drawing/2014/main" id="{BD44ED04-99DB-47DE-8723-50EBB17EE4F9}"/>
              </a:ext>
            </a:extLst>
          </p:cNvPr>
          <p:cNvSpPr>
            <a:spLocks xmlns:a="http://schemas.openxmlformats.org/drawingml/2006/main" noGrp="1"/>
          </p:cNvSpPr>
          <p:nvPr/>
        </p:nvSpPr>
        <p:spPr>
          <a:xfrm xmlns:a="http://schemas.openxmlformats.org/drawingml/2006/main">
            <a:off x="742950" y="224790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AA58F"/>
                </a:solidFill>
                <a:latin typeface="Arial"/>
                <a:ea typeface="Arial"/>
                <a:cs typeface="Arial"/>
              </a:defRPr>
            </a:defPPr>
            <a:lvl1pPr algn="l">
              <a:defRPr sz="1425" b="1">
                <a:solidFill>
                  <a:srgbClr val="1AA58F"/>
                </a:solidFill>
                <a:latin typeface="Arial"/>
                <a:ea typeface="Arial"/>
                <a:cs typeface="Arial"/>
              </a:defRPr>
            </a:lvl1pPr>
            <a:lvl2pPr algn="l">
              <a:defRPr sz="1425" b="1">
                <a:solidFill>
                  <a:srgbClr val="1AA58F"/>
                </a:solidFill>
                <a:latin typeface="Arial"/>
                <a:ea typeface="Arial"/>
                <a:cs typeface="Arial"/>
              </a:defRPr>
            </a:lvl2pPr>
            <a:lvl3pPr algn="l">
              <a:defRPr sz="1425" b="1">
                <a:solidFill>
                  <a:srgbClr val="1AA58F"/>
                </a:solidFill>
                <a:latin typeface="Arial"/>
                <a:ea typeface="Arial"/>
                <a:cs typeface="Arial"/>
              </a:defRPr>
            </a:lvl3pPr>
            <a:lvl4pPr algn="l">
              <a:defRPr sz="1425" b="1">
                <a:solidFill>
                  <a:srgbClr val="1AA58F"/>
                </a:solidFill>
                <a:latin typeface="Arial"/>
                <a:ea typeface="Arial"/>
                <a:cs typeface="Arial"/>
              </a:defRPr>
            </a:lvl4pPr>
            <a:lvl5pPr algn="l">
              <a:defRPr sz="1425" b="1">
                <a:solidFill>
                  <a:srgbClr val="1AA58F"/>
                </a:solidFill>
                <a:latin typeface="Arial"/>
                <a:ea typeface="Arial"/>
                <a:cs typeface="Arial"/>
              </a:defRPr>
            </a:lvl5pPr>
            <a:lvl6pPr algn="l">
              <a:defRPr sz="1425" b="1">
                <a:solidFill>
                  <a:srgbClr val="1AA58F"/>
                </a:solidFill>
                <a:latin typeface="Arial"/>
                <a:ea typeface="Arial"/>
                <a:cs typeface="Arial"/>
              </a:defRPr>
            </a:lvl6pPr>
            <a:lvl7pPr algn="l">
              <a:defRPr sz="1425" b="1">
                <a:solidFill>
                  <a:srgbClr val="1AA58F"/>
                </a:solidFill>
                <a:latin typeface="Arial"/>
                <a:ea typeface="Arial"/>
                <a:cs typeface="Arial"/>
              </a:defRPr>
            </a:lvl7pPr>
            <a:lvl8pPr algn="l">
              <a:defRPr sz="1425" b="1">
                <a:solidFill>
                  <a:srgbClr val="1AA58F"/>
                </a:solidFill>
                <a:latin typeface="Arial"/>
                <a:ea typeface="Arial"/>
                <a:cs typeface="Arial"/>
              </a:defRPr>
            </a:lvl8pPr>
            <a:lvl9pPr algn="l">
              <a:defRPr sz="1425" b="1">
                <a:solidFill>
                  <a:srgbClr val="1AA58F"/>
                </a:solidFill>
                <a:latin typeface="Arial"/>
                <a:ea typeface="Arial"/>
                <a:cs typeface="Arial"/>
              </a:defRPr>
            </a:lvl9pPr>
          </a:lstStyle>
          <a:p xmlns:a="http://schemas.openxmlformats.org/drawingml/2006/main">
            <a:pPr algn="l">
              <a:defRPr sz="1425" b="1">
                <a:solidFill>
                  <a:srgbClr val="1AA58F"/>
                </a:solidFill>
                <a:latin typeface="Arial"/>
                <a:ea typeface="Arial"/>
                <a:cs typeface="Arial"/>
              </a:defRPr>
            </a:pPr>
            <a:r>
              <a:rPr sz="1425" b="1">
                <a:solidFill>
                  <a:srgbClr val="1AA58F"/>
                </a:solidFill>
                <a:latin typeface="Arial"/>
                <a:ea typeface="Arial"/>
                <a:cs typeface="Arial"/>
              </a:rPr>
              <a:t>Project lead and demo</a:t>
            </a:r>
          </a:p>
        </p:txBody>
      </p:sp>
      <p:sp>
        <p:nvSpPr>
          <p:cNvPr id="8" name="">
            <a:extLst xmlns:a="http://schemas.openxmlformats.org/drawingml/2006/main">
              <a:ext uri="{FF2B5EF4-FFF2-40B4-BE49-F238E27FC236}">
                <a16:creationId xmlns:a16="http://schemas.microsoft.com/office/drawing/2014/main" id="{A877565B-1527-4208-86E0-827C02D2C476}"/>
              </a:ext>
            </a:extLst>
          </p:cNvPr>
          <p:cNvSpPr>
            <a:spLocks xmlns:a="http://schemas.openxmlformats.org/drawingml/2006/main" noGrp="1"/>
          </p:cNvSpPr>
          <p:nvPr/>
        </p:nvSpPr>
        <p:spPr>
          <a:xfrm xmlns:a="http://schemas.openxmlformats.org/drawingml/2006/main">
            <a:off x="742950" y="29337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a:solidFill>
                  <a:srgbClr val="F3F6F2"/>
                </a:solidFill>
                <a:latin typeface="Arial"/>
                <a:ea typeface="Arial"/>
                <a:cs typeface="Arial"/>
              </a:defRPr>
            </a:defPPr>
            <a:lvl1pPr algn="l">
              <a:defRPr sz="1650">
                <a:solidFill>
                  <a:srgbClr val="F3F6F2"/>
                </a:solidFill>
                <a:latin typeface="Arial"/>
                <a:ea typeface="Arial"/>
                <a:cs typeface="Arial"/>
              </a:defRPr>
            </a:lvl1pPr>
            <a:lvl2pPr algn="l">
              <a:defRPr sz="1650">
                <a:solidFill>
                  <a:srgbClr val="F3F6F2"/>
                </a:solidFill>
                <a:latin typeface="Arial"/>
                <a:ea typeface="Arial"/>
                <a:cs typeface="Arial"/>
              </a:defRPr>
            </a:lvl2pPr>
            <a:lvl3pPr algn="l">
              <a:defRPr sz="1650">
                <a:solidFill>
                  <a:srgbClr val="F3F6F2"/>
                </a:solidFill>
                <a:latin typeface="Arial"/>
                <a:ea typeface="Arial"/>
                <a:cs typeface="Arial"/>
              </a:defRPr>
            </a:lvl3pPr>
            <a:lvl4pPr algn="l">
              <a:defRPr sz="1650">
                <a:solidFill>
                  <a:srgbClr val="F3F6F2"/>
                </a:solidFill>
                <a:latin typeface="Arial"/>
                <a:ea typeface="Arial"/>
                <a:cs typeface="Arial"/>
              </a:defRPr>
            </a:lvl4pPr>
            <a:lvl5pPr algn="l">
              <a:defRPr sz="1650">
                <a:solidFill>
                  <a:srgbClr val="F3F6F2"/>
                </a:solidFill>
                <a:latin typeface="Arial"/>
                <a:ea typeface="Arial"/>
                <a:cs typeface="Arial"/>
              </a:defRPr>
            </a:lvl5pPr>
            <a:lvl6pPr algn="l">
              <a:defRPr sz="1650">
                <a:solidFill>
                  <a:srgbClr val="F3F6F2"/>
                </a:solidFill>
                <a:latin typeface="Arial"/>
                <a:ea typeface="Arial"/>
                <a:cs typeface="Arial"/>
              </a:defRPr>
            </a:lvl6pPr>
            <a:lvl7pPr algn="l">
              <a:defRPr sz="1650">
                <a:solidFill>
                  <a:srgbClr val="F3F6F2"/>
                </a:solidFill>
                <a:latin typeface="Arial"/>
                <a:ea typeface="Arial"/>
                <a:cs typeface="Arial"/>
              </a:defRPr>
            </a:lvl7pPr>
            <a:lvl8pPr algn="l">
              <a:defRPr sz="1650">
                <a:solidFill>
                  <a:srgbClr val="F3F6F2"/>
                </a:solidFill>
                <a:latin typeface="Arial"/>
                <a:ea typeface="Arial"/>
                <a:cs typeface="Arial"/>
              </a:defRPr>
            </a:lvl8pPr>
            <a:lvl9pPr algn="l">
              <a:defRPr sz="1650">
                <a:solidFill>
                  <a:srgbClr val="F3F6F2"/>
                </a:solidFill>
                <a:latin typeface="Arial"/>
                <a:ea typeface="Arial"/>
                <a:cs typeface="Arial"/>
              </a:defRPr>
            </a:lvl9pPr>
          </a:lstStyle>
          <a:p xmlns:a="http://schemas.openxmlformats.org/drawingml/2006/main">
            <a:pPr algn="l">
              <a:defRPr sz="1650">
                <a:solidFill>
                  <a:srgbClr val="F3F6F2"/>
                </a:solidFill>
                <a:latin typeface="Arial"/>
                <a:ea typeface="Arial"/>
                <a:cs typeface="Arial"/>
              </a:defRPr>
            </a:pPr>
            <a:r>
              <a:rPr sz="1650">
                <a:solidFill>
                  <a:srgbClr val="F3F6F2"/>
                </a:solidFill>
                <a:latin typeface="Arial"/>
                <a:ea typeface="Arial"/>
                <a:cs typeface="Arial"/>
              </a:rPr>
              <a:t>Explains the data, method and result. Runs the live demonstration.</a:t>
            </a:r>
          </a:p>
        </p:txBody>
      </p:sp>
      <p:sp>
        <p:nvSpPr>
          <p:cNvPr id="9" name="">
            <a:extLst xmlns:a="http://schemas.openxmlformats.org/drawingml/2006/main">
              <a:ext uri="{FF2B5EF4-FFF2-40B4-BE49-F238E27FC236}">
                <a16:creationId xmlns:a16="http://schemas.microsoft.com/office/drawing/2014/main" id="{AEECAE60-F9BB-4EB1-B485-2DA9F098602A}"/>
              </a:ext>
            </a:extLst>
          </p:cNvPr>
          <p:cNvSpPr>
            <a:spLocks xmlns:a="http://schemas.openxmlformats.org/drawingml/2006/main" noGrp="1"/>
          </p:cNvSpPr>
          <p:nvPr/>
        </p:nvSpPr>
        <p:spPr>
          <a:xfrm xmlns:a="http://schemas.openxmlformats.org/drawingml/2006/main">
            <a:off x="6667500" y="1752600"/>
            <a:ext cx="466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325" b="1">
                <a:solidFill>
                  <a:srgbClr val="F3F6F2"/>
                </a:solidFill>
                <a:latin typeface="Arial"/>
                <a:ea typeface="Arial"/>
                <a:cs typeface="Arial"/>
              </a:defRPr>
            </a:defPPr>
            <a:lvl1pPr algn="l">
              <a:defRPr sz="2325" b="1">
                <a:solidFill>
                  <a:srgbClr val="F3F6F2"/>
                </a:solidFill>
                <a:latin typeface="Arial"/>
                <a:ea typeface="Arial"/>
                <a:cs typeface="Arial"/>
              </a:defRPr>
            </a:lvl1pPr>
            <a:lvl2pPr algn="l">
              <a:defRPr sz="2325" b="1">
                <a:solidFill>
                  <a:srgbClr val="F3F6F2"/>
                </a:solidFill>
                <a:latin typeface="Arial"/>
                <a:ea typeface="Arial"/>
                <a:cs typeface="Arial"/>
              </a:defRPr>
            </a:lvl2pPr>
            <a:lvl3pPr algn="l">
              <a:defRPr sz="2325" b="1">
                <a:solidFill>
                  <a:srgbClr val="F3F6F2"/>
                </a:solidFill>
                <a:latin typeface="Arial"/>
                <a:ea typeface="Arial"/>
                <a:cs typeface="Arial"/>
              </a:defRPr>
            </a:lvl3pPr>
            <a:lvl4pPr algn="l">
              <a:defRPr sz="2325" b="1">
                <a:solidFill>
                  <a:srgbClr val="F3F6F2"/>
                </a:solidFill>
                <a:latin typeface="Arial"/>
                <a:ea typeface="Arial"/>
                <a:cs typeface="Arial"/>
              </a:defRPr>
            </a:lvl4pPr>
            <a:lvl5pPr algn="l">
              <a:defRPr sz="2325" b="1">
                <a:solidFill>
                  <a:srgbClr val="F3F6F2"/>
                </a:solidFill>
                <a:latin typeface="Arial"/>
                <a:ea typeface="Arial"/>
                <a:cs typeface="Arial"/>
              </a:defRPr>
            </a:lvl5pPr>
            <a:lvl6pPr algn="l">
              <a:defRPr sz="2325" b="1">
                <a:solidFill>
                  <a:srgbClr val="F3F6F2"/>
                </a:solidFill>
                <a:latin typeface="Arial"/>
                <a:ea typeface="Arial"/>
                <a:cs typeface="Arial"/>
              </a:defRPr>
            </a:lvl6pPr>
            <a:lvl7pPr algn="l">
              <a:defRPr sz="2325" b="1">
                <a:solidFill>
                  <a:srgbClr val="F3F6F2"/>
                </a:solidFill>
                <a:latin typeface="Arial"/>
                <a:ea typeface="Arial"/>
                <a:cs typeface="Arial"/>
              </a:defRPr>
            </a:lvl7pPr>
            <a:lvl8pPr algn="l">
              <a:defRPr sz="2325" b="1">
                <a:solidFill>
                  <a:srgbClr val="F3F6F2"/>
                </a:solidFill>
                <a:latin typeface="Arial"/>
                <a:ea typeface="Arial"/>
                <a:cs typeface="Arial"/>
              </a:defRPr>
            </a:lvl8pPr>
            <a:lvl9pPr algn="l">
              <a:defRPr sz="2325" b="1">
                <a:solidFill>
                  <a:srgbClr val="F3F6F2"/>
                </a:solidFill>
                <a:latin typeface="Arial"/>
                <a:ea typeface="Arial"/>
                <a:cs typeface="Arial"/>
              </a:defRPr>
            </a:lvl9pPr>
          </a:lstStyle>
          <a:p xmlns:a="http://schemas.openxmlformats.org/drawingml/2006/main">
            <a:pPr algn="l">
              <a:defRPr sz="2325" b="1">
                <a:solidFill>
                  <a:srgbClr val="F3F6F2"/>
                </a:solidFill>
                <a:latin typeface="Arial"/>
                <a:ea typeface="Arial"/>
                <a:cs typeface="Arial"/>
              </a:defRPr>
            </a:pPr>
            <a:r>
              <a:rPr sz="2325" b="1">
                <a:solidFill>
                  <a:srgbClr val="F3F6F2"/>
                </a:solidFill>
                <a:latin typeface="Arial"/>
                <a:ea typeface="Arial"/>
                <a:cs typeface="Arial"/>
              </a:rPr>
              <a:t>Raed Mardoum</a:t>
            </a:r>
          </a:p>
        </p:txBody>
      </p:sp>
      <p:sp>
        <p:nvSpPr>
          <p:cNvPr id="10" name="">
            <a:extLst xmlns:a="http://schemas.openxmlformats.org/drawingml/2006/main">
              <a:ext uri="{FF2B5EF4-FFF2-40B4-BE49-F238E27FC236}">
                <a16:creationId xmlns:a16="http://schemas.microsoft.com/office/drawing/2014/main" id="{A3AB6684-22A0-47BD-80BD-D282C0C1280C}"/>
              </a:ext>
            </a:extLst>
          </p:cNvPr>
          <p:cNvSpPr>
            <a:spLocks xmlns:a="http://schemas.openxmlformats.org/drawingml/2006/main" noGrp="1"/>
          </p:cNvSpPr>
          <p:nvPr/>
        </p:nvSpPr>
        <p:spPr>
          <a:xfrm xmlns:a="http://schemas.openxmlformats.org/drawingml/2006/main">
            <a:off x="6667500" y="224790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6D5DD3"/>
                </a:solidFill>
                <a:latin typeface="Arial"/>
                <a:ea typeface="Arial"/>
                <a:cs typeface="Arial"/>
              </a:defRPr>
            </a:defPPr>
            <a:lvl1pPr algn="l">
              <a:defRPr sz="1425" b="1">
                <a:solidFill>
                  <a:srgbClr val="6D5DD3"/>
                </a:solidFill>
                <a:latin typeface="Arial"/>
                <a:ea typeface="Arial"/>
                <a:cs typeface="Arial"/>
              </a:defRPr>
            </a:lvl1pPr>
            <a:lvl2pPr algn="l">
              <a:defRPr sz="1425" b="1">
                <a:solidFill>
                  <a:srgbClr val="6D5DD3"/>
                </a:solidFill>
                <a:latin typeface="Arial"/>
                <a:ea typeface="Arial"/>
                <a:cs typeface="Arial"/>
              </a:defRPr>
            </a:lvl2pPr>
            <a:lvl3pPr algn="l">
              <a:defRPr sz="1425" b="1">
                <a:solidFill>
                  <a:srgbClr val="6D5DD3"/>
                </a:solidFill>
                <a:latin typeface="Arial"/>
                <a:ea typeface="Arial"/>
                <a:cs typeface="Arial"/>
              </a:defRPr>
            </a:lvl3pPr>
            <a:lvl4pPr algn="l">
              <a:defRPr sz="1425" b="1">
                <a:solidFill>
                  <a:srgbClr val="6D5DD3"/>
                </a:solidFill>
                <a:latin typeface="Arial"/>
                <a:ea typeface="Arial"/>
                <a:cs typeface="Arial"/>
              </a:defRPr>
            </a:lvl4pPr>
            <a:lvl5pPr algn="l">
              <a:defRPr sz="1425" b="1">
                <a:solidFill>
                  <a:srgbClr val="6D5DD3"/>
                </a:solidFill>
                <a:latin typeface="Arial"/>
                <a:ea typeface="Arial"/>
                <a:cs typeface="Arial"/>
              </a:defRPr>
            </a:lvl5pPr>
            <a:lvl6pPr algn="l">
              <a:defRPr sz="1425" b="1">
                <a:solidFill>
                  <a:srgbClr val="6D5DD3"/>
                </a:solidFill>
                <a:latin typeface="Arial"/>
                <a:ea typeface="Arial"/>
                <a:cs typeface="Arial"/>
              </a:defRPr>
            </a:lvl6pPr>
            <a:lvl7pPr algn="l">
              <a:defRPr sz="1425" b="1">
                <a:solidFill>
                  <a:srgbClr val="6D5DD3"/>
                </a:solidFill>
                <a:latin typeface="Arial"/>
                <a:ea typeface="Arial"/>
                <a:cs typeface="Arial"/>
              </a:defRPr>
            </a:lvl7pPr>
            <a:lvl8pPr algn="l">
              <a:defRPr sz="1425" b="1">
                <a:solidFill>
                  <a:srgbClr val="6D5DD3"/>
                </a:solidFill>
                <a:latin typeface="Arial"/>
                <a:ea typeface="Arial"/>
                <a:cs typeface="Arial"/>
              </a:defRPr>
            </a:lvl8pPr>
            <a:lvl9pPr algn="l">
              <a:defRPr sz="1425" b="1">
                <a:solidFill>
                  <a:srgbClr val="6D5DD3"/>
                </a:solidFill>
                <a:latin typeface="Arial"/>
                <a:ea typeface="Arial"/>
                <a:cs typeface="Arial"/>
              </a:defRPr>
            </a:lvl9pPr>
          </a:lstStyle>
          <a:p xmlns:a="http://schemas.openxmlformats.org/drawingml/2006/main">
            <a:pPr algn="l">
              <a:defRPr sz="1425" b="1">
                <a:solidFill>
                  <a:srgbClr val="6D5DD3"/>
                </a:solidFill>
                <a:latin typeface="Arial"/>
                <a:ea typeface="Arial"/>
                <a:cs typeface="Arial"/>
              </a:defRPr>
            </a:pPr>
            <a:r>
              <a:rPr sz="1425" b="1">
                <a:solidFill>
                  <a:srgbClr val="6D5DD3"/>
                </a:solidFill>
                <a:latin typeface="Arial"/>
                <a:ea typeface="Arial"/>
                <a:cs typeface="Arial"/>
              </a:rPr>
              <a:t>Validation and city test</a:t>
            </a:r>
          </a:p>
        </p:txBody>
      </p:sp>
      <p:sp>
        <p:nvSpPr>
          <p:cNvPr id="11" name="">
            <a:extLst xmlns:a="http://schemas.openxmlformats.org/drawingml/2006/main">
              <a:ext uri="{FF2B5EF4-FFF2-40B4-BE49-F238E27FC236}">
                <a16:creationId xmlns:a16="http://schemas.microsoft.com/office/drawing/2014/main" id="{4D2741A6-1116-4D00-A049-DD7231AF0416}"/>
              </a:ext>
            </a:extLst>
          </p:cNvPr>
          <p:cNvSpPr>
            <a:spLocks xmlns:a="http://schemas.openxmlformats.org/drawingml/2006/main" noGrp="1"/>
          </p:cNvSpPr>
          <p:nvPr/>
        </p:nvSpPr>
        <p:spPr>
          <a:xfrm xmlns:a="http://schemas.openxmlformats.org/drawingml/2006/main">
            <a:off x="6667500" y="2933700"/>
            <a:ext cx="4476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a:solidFill>
                  <a:srgbClr val="F3F6F2"/>
                </a:solidFill>
                <a:latin typeface="Arial"/>
                <a:ea typeface="Arial"/>
                <a:cs typeface="Arial"/>
              </a:defRPr>
            </a:defPPr>
            <a:lvl1pPr algn="l">
              <a:defRPr sz="1650">
                <a:solidFill>
                  <a:srgbClr val="F3F6F2"/>
                </a:solidFill>
                <a:latin typeface="Arial"/>
                <a:ea typeface="Arial"/>
                <a:cs typeface="Arial"/>
              </a:defRPr>
            </a:lvl1pPr>
            <a:lvl2pPr algn="l">
              <a:defRPr sz="1650">
                <a:solidFill>
                  <a:srgbClr val="F3F6F2"/>
                </a:solidFill>
                <a:latin typeface="Arial"/>
                <a:ea typeface="Arial"/>
                <a:cs typeface="Arial"/>
              </a:defRPr>
            </a:lvl2pPr>
            <a:lvl3pPr algn="l">
              <a:defRPr sz="1650">
                <a:solidFill>
                  <a:srgbClr val="F3F6F2"/>
                </a:solidFill>
                <a:latin typeface="Arial"/>
                <a:ea typeface="Arial"/>
                <a:cs typeface="Arial"/>
              </a:defRPr>
            </a:lvl3pPr>
            <a:lvl4pPr algn="l">
              <a:defRPr sz="1650">
                <a:solidFill>
                  <a:srgbClr val="F3F6F2"/>
                </a:solidFill>
                <a:latin typeface="Arial"/>
                <a:ea typeface="Arial"/>
                <a:cs typeface="Arial"/>
              </a:defRPr>
            </a:lvl4pPr>
            <a:lvl5pPr algn="l">
              <a:defRPr sz="1650">
                <a:solidFill>
                  <a:srgbClr val="F3F6F2"/>
                </a:solidFill>
                <a:latin typeface="Arial"/>
                <a:ea typeface="Arial"/>
                <a:cs typeface="Arial"/>
              </a:defRPr>
            </a:lvl5pPr>
            <a:lvl6pPr algn="l">
              <a:defRPr sz="1650">
                <a:solidFill>
                  <a:srgbClr val="F3F6F2"/>
                </a:solidFill>
                <a:latin typeface="Arial"/>
                <a:ea typeface="Arial"/>
                <a:cs typeface="Arial"/>
              </a:defRPr>
            </a:lvl6pPr>
            <a:lvl7pPr algn="l">
              <a:defRPr sz="1650">
                <a:solidFill>
                  <a:srgbClr val="F3F6F2"/>
                </a:solidFill>
                <a:latin typeface="Arial"/>
                <a:ea typeface="Arial"/>
                <a:cs typeface="Arial"/>
              </a:defRPr>
            </a:lvl7pPr>
            <a:lvl8pPr algn="l">
              <a:defRPr sz="1650">
                <a:solidFill>
                  <a:srgbClr val="F3F6F2"/>
                </a:solidFill>
                <a:latin typeface="Arial"/>
                <a:ea typeface="Arial"/>
                <a:cs typeface="Arial"/>
              </a:defRPr>
            </a:lvl8pPr>
            <a:lvl9pPr algn="l">
              <a:defRPr sz="1650">
                <a:solidFill>
                  <a:srgbClr val="F3F6F2"/>
                </a:solidFill>
                <a:latin typeface="Arial"/>
                <a:ea typeface="Arial"/>
                <a:cs typeface="Arial"/>
              </a:defRPr>
            </a:lvl9pPr>
          </a:lstStyle>
          <a:p xmlns:a="http://schemas.openxmlformats.org/drawingml/2006/main">
            <a:pPr algn="l">
              <a:defRPr sz="1650">
                <a:solidFill>
                  <a:srgbClr val="F3F6F2"/>
                </a:solidFill>
                <a:latin typeface="Arial"/>
                <a:ea typeface="Arial"/>
                <a:cs typeface="Arial"/>
              </a:defRPr>
            </a:pPr>
            <a:r>
              <a:rPr sz="1650">
                <a:solidFill>
                  <a:srgbClr val="F3F6F2"/>
                </a:solidFill>
                <a:latin typeface="Arial"/>
                <a:ea typeface="Arial"/>
                <a:cs typeface="Arial"/>
              </a:rPr>
              <a:t>Explains the accuracy numbers, the limits and how a city team could test the idea.</a:t>
            </a:r>
          </a:p>
        </p:txBody>
      </p:sp>
    </p:spTree>
    <p:extLst>
      <p:ext uri="{BB962C8B-B14F-4D97-AF65-F5344CB8AC3E}">
        <p14:creationId xmlns:p14="http://schemas.microsoft.com/office/powerpoint/2010/main" val="1267529942"/>
      </p:ext>
    </p:extLst>
  </p:cSld>
</p:sld>
</file>

<file path=ppt/slides/slide4.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042D8F9-7FF3-478F-8B5B-9E7A383D390D}"/>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defRPr sz="1050" b="1">
                <a:solidFill>
                  <a:srgbClr val="1AA58F"/>
                </a:solidFill>
                <a:latin typeface="Arial"/>
                <a:ea typeface="Arial"/>
                <a:cs typeface="Arial"/>
              </a:defRPr>
            </a:lvl1pPr>
            <a:lvl2pPr algn="l">
              <a:defRPr sz="1050" b="1">
                <a:solidFill>
                  <a:srgbClr val="1AA58F"/>
                </a:solidFill>
                <a:latin typeface="Arial"/>
                <a:ea typeface="Arial"/>
                <a:cs typeface="Arial"/>
              </a:defRPr>
            </a:lvl2pPr>
            <a:lvl3pPr algn="l">
              <a:defRPr sz="1050" b="1">
                <a:solidFill>
                  <a:srgbClr val="1AA58F"/>
                </a:solidFill>
                <a:latin typeface="Arial"/>
                <a:ea typeface="Arial"/>
                <a:cs typeface="Arial"/>
              </a:defRPr>
            </a:lvl3pPr>
            <a:lvl4pPr algn="l">
              <a:defRPr sz="1050" b="1">
                <a:solidFill>
                  <a:srgbClr val="1AA58F"/>
                </a:solidFill>
                <a:latin typeface="Arial"/>
                <a:ea typeface="Arial"/>
                <a:cs typeface="Arial"/>
              </a:defRPr>
            </a:lvl4pPr>
            <a:lvl5pPr algn="l">
              <a:defRPr sz="1050" b="1">
                <a:solidFill>
                  <a:srgbClr val="1AA58F"/>
                </a:solidFill>
                <a:latin typeface="Arial"/>
                <a:ea typeface="Arial"/>
                <a:cs typeface="Arial"/>
              </a:defRPr>
            </a:lvl5pPr>
            <a:lvl6pPr algn="l">
              <a:defRPr sz="1050" b="1">
                <a:solidFill>
                  <a:srgbClr val="1AA58F"/>
                </a:solidFill>
                <a:latin typeface="Arial"/>
                <a:ea typeface="Arial"/>
                <a:cs typeface="Arial"/>
              </a:defRPr>
            </a:lvl6pPr>
            <a:lvl7pPr algn="l">
              <a:defRPr sz="1050" b="1">
                <a:solidFill>
                  <a:srgbClr val="1AA58F"/>
                </a:solidFill>
                <a:latin typeface="Arial"/>
                <a:ea typeface="Arial"/>
                <a:cs typeface="Arial"/>
              </a:defRPr>
            </a:lvl7pPr>
            <a:lvl8pPr algn="l">
              <a:defRPr sz="1050" b="1">
                <a:solidFill>
                  <a:srgbClr val="1AA58F"/>
                </a:solidFill>
                <a:latin typeface="Arial"/>
                <a:ea typeface="Arial"/>
                <a:cs typeface="Arial"/>
              </a:defRPr>
            </a:lvl8pPr>
            <a:lvl9pPr algn="l">
              <a:defRPr sz="1050" b="1">
                <a:solidFill>
                  <a:srgbClr val="1AA58F"/>
                </a:solidFill>
                <a:latin typeface="Arial"/>
                <a:ea typeface="Arial"/>
                <a:cs typeface="Arial"/>
              </a:defRPr>
            </a:lvl9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DATA AND METHOD</a:t>
            </a:r>
          </a:p>
        </p:txBody>
      </p:sp>
      <p:sp>
        <p:nvSpPr>
          <p:cNvPr id="2" name="">
            <a:extLst xmlns:a="http://schemas.openxmlformats.org/drawingml/2006/main">
              <a:ext uri="{FF2B5EF4-FFF2-40B4-BE49-F238E27FC236}">
                <a16:creationId xmlns:a16="http://schemas.microsoft.com/office/drawing/2014/main" id="{72E7C2D2-7E2F-477E-A4E4-7E40D4A8DC8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defRPr sz="2700" b="1">
                <a:solidFill>
                  <a:srgbClr val="F3F6F2"/>
                </a:solidFill>
                <a:latin typeface="Arial"/>
                <a:ea typeface="Arial"/>
                <a:cs typeface="Arial"/>
              </a:defRPr>
            </a:lvl1pPr>
            <a:lvl2pPr algn="l">
              <a:defRPr sz="2700" b="1">
                <a:solidFill>
                  <a:srgbClr val="F3F6F2"/>
                </a:solidFill>
                <a:latin typeface="Arial"/>
                <a:ea typeface="Arial"/>
                <a:cs typeface="Arial"/>
              </a:defRPr>
            </a:lvl2pPr>
            <a:lvl3pPr algn="l">
              <a:defRPr sz="2700" b="1">
                <a:solidFill>
                  <a:srgbClr val="F3F6F2"/>
                </a:solidFill>
                <a:latin typeface="Arial"/>
                <a:ea typeface="Arial"/>
                <a:cs typeface="Arial"/>
              </a:defRPr>
            </a:lvl3pPr>
            <a:lvl4pPr algn="l">
              <a:defRPr sz="2700" b="1">
                <a:solidFill>
                  <a:srgbClr val="F3F6F2"/>
                </a:solidFill>
                <a:latin typeface="Arial"/>
                <a:ea typeface="Arial"/>
                <a:cs typeface="Arial"/>
              </a:defRPr>
            </a:lvl4pPr>
            <a:lvl5pPr algn="l">
              <a:defRPr sz="2700" b="1">
                <a:solidFill>
                  <a:srgbClr val="F3F6F2"/>
                </a:solidFill>
                <a:latin typeface="Arial"/>
                <a:ea typeface="Arial"/>
                <a:cs typeface="Arial"/>
              </a:defRPr>
            </a:lvl5pPr>
            <a:lvl6pPr algn="l">
              <a:defRPr sz="2700" b="1">
                <a:solidFill>
                  <a:srgbClr val="F3F6F2"/>
                </a:solidFill>
                <a:latin typeface="Arial"/>
                <a:ea typeface="Arial"/>
                <a:cs typeface="Arial"/>
              </a:defRPr>
            </a:lvl6pPr>
            <a:lvl7pPr algn="l">
              <a:defRPr sz="2700" b="1">
                <a:solidFill>
                  <a:srgbClr val="F3F6F2"/>
                </a:solidFill>
                <a:latin typeface="Arial"/>
                <a:ea typeface="Arial"/>
                <a:cs typeface="Arial"/>
              </a:defRPr>
            </a:lvl7pPr>
            <a:lvl8pPr algn="l">
              <a:defRPr sz="2700" b="1">
                <a:solidFill>
                  <a:srgbClr val="F3F6F2"/>
                </a:solidFill>
                <a:latin typeface="Arial"/>
                <a:ea typeface="Arial"/>
                <a:cs typeface="Arial"/>
              </a:defRPr>
            </a:lvl8pPr>
            <a:lvl9pPr algn="l">
              <a:defRPr sz="2700" b="1">
                <a:solidFill>
                  <a:srgbClr val="F3F6F2"/>
                </a:solidFill>
                <a:latin typeface="Arial"/>
                <a:ea typeface="Arial"/>
                <a:cs typeface="Arial"/>
              </a:defRPr>
            </a:lvl9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How we built the ranking</a:t>
            </a:r>
          </a:p>
        </p:txBody>
      </p:sp>
      <p:sp>
        <p:nvSpPr>
          <p:cNvPr id="3" name="">
            <a:extLst xmlns:a="http://schemas.openxmlformats.org/drawingml/2006/main">
              <a:ext uri="{FF2B5EF4-FFF2-40B4-BE49-F238E27FC236}">
                <a16:creationId xmlns:a16="http://schemas.microsoft.com/office/drawing/2014/main" id="{14ABABF5-20FA-43DD-AA9B-A35A62F664CE}"/>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defRPr sz="1050" b="1">
                <a:solidFill>
                  <a:srgbClr val="AFC4C6"/>
                </a:solidFill>
                <a:latin typeface="Arial"/>
                <a:ea typeface="Arial"/>
                <a:cs typeface="Arial"/>
              </a:defRPr>
            </a:lvl1pPr>
            <a:lvl2pPr algn="r">
              <a:defRPr sz="1050" b="1">
                <a:solidFill>
                  <a:srgbClr val="AFC4C6"/>
                </a:solidFill>
                <a:latin typeface="Arial"/>
                <a:ea typeface="Arial"/>
                <a:cs typeface="Arial"/>
              </a:defRPr>
            </a:lvl2pPr>
            <a:lvl3pPr algn="r">
              <a:defRPr sz="1050" b="1">
                <a:solidFill>
                  <a:srgbClr val="AFC4C6"/>
                </a:solidFill>
                <a:latin typeface="Arial"/>
                <a:ea typeface="Arial"/>
                <a:cs typeface="Arial"/>
              </a:defRPr>
            </a:lvl3pPr>
            <a:lvl4pPr algn="r">
              <a:defRPr sz="1050" b="1">
                <a:solidFill>
                  <a:srgbClr val="AFC4C6"/>
                </a:solidFill>
                <a:latin typeface="Arial"/>
                <a:ea typeface="Arial"/>
                <a:cs typeface="Arial"/>
              </a:defRPr>
            </a:lvl4pPr>
            <a:lvl5pPr algn="r">
              <a:defRPr sz="1050" b="1">
                <a:solidFill>
                  <a:srgbClr val="AFC4C6"/>
                </a:solidFill>
                <a:latin typeface="Arial"/>
                <a:ea typeface="Arial"/>
                <a:cs typeface="Arial"/>
              </a:defRPr>
            </a:lvl5pPr>
            <a:lvl6pPr algn="r">
              <a:defRPr sz="1050" b="1">
                <a:solidFill>
                  <a:srgbClr val="AFC4C6"/>
                </a:solidFill>
                <a:latin typeface="Arial"/>
                <a:ea typeface="Arial"/>
                <a:cs typeface="Arial"/>
              </a:defRPr>
            </a:lvl6pPr>
            <a:lvl7pPr algn="r">
              <a:defRPr sz="1050" b="1">
                <a:solidFill>
                  <a:srgbClr val="AFC4C6"/>
                </a:solidFill>
                <a:latin typeface="Arial"/>
                <a:ea typeface="Arial"/>
                <a:cs typeface="Arial"/>
              </a:defRPr>
            </a:lvl7pPr>
            <a:lvl8pPr algn="r">
              <a:defRPr sz="1050" b="1">
                <a:solidFill>
                  <a:srgbClr val="AFC4C6"/>
                </a:solidFill>
                <a:latin typeface="Arial"/>
                <a:ea typeface="Arial"/>
                <a:cs typeface="Arial"/>
              </a:defRPr>
            </a:lvl8pPr>
            <a:lvl9pPr algn="r">
              <a:defRPr sz="1050" b="1">
                <a:solidFill>
                  <a:srgbClr val="AFC4C6"/>
                </a:solidFill>
                <a:latin typeface="Arial"/>
                <a:ea typeface="Arial"/>
                <a:cs typeface="Arial"/>
              </a:defRPr>
            </a:lvl9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02BECAC-DB57-4799-B76A-F72B77D5F89E}"/>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3EE68BA7-4A71-4465-86AB-BE31D31B7C6B}"/>
              </a:ext>
            </a:extLst>
          </p:cNvPr>
          <p:cNvSpPr>
            <a:spLocks xmlns:a="http://schemas.openxmlformats.org/drawingml/2006/main" noGrp="1"/>
          </p:cNvSpPr>
          <p:nvPr/>
        </p:nvSpPr>
        <p:spPr>
          <a:xfrm xmlns:a="http://schemas.openxmlformats.org/drawingml/2006/main">
            <a:off x="590550" y="1562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338A2FD0-C617-4CEF-A6BC-ADC3449965ED}"/>
              </a:ext>
            </a:extLst>
          </p:cNvPr>
          <p:cNvSpPr>
            <a:spLocks xmlns:a="http://schemas.openxmlformats.org/drawingml/2006/main" noGrp="1"/>
          </p:cNvSpPr>
          <p:nvPr/>
        </p:nvSpPr>
        <p:spPr>
          <a:xfrm xmlns:a="http://schemas.openxmlformats.org/drawingml/2006/main">
            <a:off x="590550" y="1562100"/>
            <a:ext cx="76200" cy="514350"/>
          </a:xfrm>
          <a:prstGeom xmlns:a="http://schemas.openxmlformats.org/drawingml/2006/main" prst="rect">
            <a:avLst/>
          </a:prstGeom>
          <a:solidFill xmlns:a="http://schemas.openxmlformats.org/drawingml/2006/main">
            <a:srgbClr val="1AA58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FD67BC-FE4B-460C-8732-93376B0589F4}"/>
              </a:ext>
            </a:extLst>
          </p:cNvPr>
          <p:cNvSpPr>
            <a:spLocks xmlns:a="http://schemas.openxmlformats.org/drawingml/2006/main" noGrp="1"/>
          </p:cNvSpPr>
          <p:nvPr/>
        </p:nvSpPr>
        <p:spPr>
          <a:xfrm xmlns:a="http://schemas.openxmlformats.org/drawingml/2006/main">
            <a:off x="800100" y="1638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defRPr sz="1350" b="1">
                <a:solidFill>
                  <a:srgbClr val="1AA58F"/>
                </a:solidFill>
                <a:latin typeface="Arial"/>
                <a:ea typeface="Arial"/>
                <a:cs typeface="Arial"/>
              </a:defRPr>
            </a:lvl1pPr>
            <a:lvl2pPr algn="l">
              <a:defRPr sz="1350" b="1">
                <a:solidFill>
                  <a:srgbClr val="1AA58F"/>
                </a:solidFill>
                <a:latin typeface="Arial"/>
                <a:ea typeface="Arial"/>
                <a:cs typeface="Arial"/>
              </a:defRPr>
            </a:lvl2pPr>
            <a:lvl3pPr algn="l">
              <a:defRPr sz="1350" b="1">
                <a:solidFill>
                  <a:srgbClr val="1AA58F"/>
                </a:solidFill>
                <a:latin typeface="Arial"/>
                <a:ea typeface="Arial"/>
                <a:cs typeface="Arial"/>
              </a:defRPr>
            </a:lvl3pPr>
            <a:lvl4pPr algn="l">
              <a:defRPr sz="1350" b="1">
                <a:solidFill>
                  <a:srgbClr val="1AA58F"/>
                </a:solidFill>
                <a:latin typeface="Arial"/>
                <a:ea typeface="Arial"/>
                <a:cs typeface="Arial"/>
              </a:defRPr>
            </a:lvl4pPr>
            <a:lvl5pPr algn="l">
              <a:defRPr sz="1350" b="1">
                <a:solidFill>
                  <a:srgbClr val="1AA58F"/>
                </a:solidFill>
                <a:latin typeface="Arial"/>
                <a:ea typeface="Arial"/>
                <a:cs typeface="Arial"/>
              </a:defRPr>
            </a:lvl5pPr>
            <a:lvl6pPr algn="l">
              <a:defRPr sz="1350" b="1">
                <a:solidFill>
                  <a:srgbClr val="1AA58F"/>
                </a:solidFill>
                <a:latin typeface="Arial"/>
                <a:ea typeface="Arial"/>
                <a:cs typeface="Arial"/>
              </a:defRPr>
            </a:lvl6pPr>
            <a:lvl7pPr algn="l">
              <a:defRPr sz="1350" b="1">
                <a:solidFill>
                  <a:srgbClr val="1AA58F"/>
                </a:solidFill>
                <a:latin typeface="Arial"/>
                <a:ea typeface="Arial"/>
                <a:cs typeface="Arial"/>
              </a:defRPr>
            </a:lvl7pPr>
            <a:lvl8pPr algn="l">
              <a:defRPr sz="1350" b="1">
                <a:solidFill>
                  <a:srgbClr val="1AA58F"/>
                </a:solidFill>
                <a:latin typeface="Arial"/>
                <a:ea typeface="Arial"/>
                <a:cs typeface="Arial"/>
              </a:defRPr>
            </a:lvl8pPr>
            <a:lvl9pPr algn="l">
              <a:defRPr sz="1350" b="1">
                <a:solidFill>
                  <a:srgbClr val="1AA58F"/>
                </a:solidFill>
                <a:latin typeface="Arial"/>
                <a:ea typeface="Arial"/>
                <a:cs typeface="Arial"/>
              </a:defRPr>
            </a:lvl9pPr>
          </a:lstStyle>
          <a:p xmlns:a="http://schemas.openxmlformats.org/drawingml/2006/main">
            <a:pPr algn="l">
              <a:defRPr sz="1350" b="1">
                <a:solidFill>
                  <a:srgbClr val="1AA58F"/>
                </a:solidFill>
                <a:latin typeface="Arial"/>
                <a:ea typeface="Arial"/>
                <a:cs typeface="Arial"/>
              </a:defRPr>
            </a:pPr>
            <a:r>
              <a:rPr sz="1350" b="1">
                <a:solidFill>
                  <a:srgbClr val="1AA58F"/>
                </a:solidFill>
                <a:latin typeface="Arial"/>
                <a:ea typeface="Arial"/>
                <a:cs typeface="Arial"/>
              </a:rPr>
              <a:t>Sentinel-2</a:t>
            </a:r>
          </a:p>
        </p:txBody>
      </p:sp>
      <p:sp>
        <p:nvSpPr>
          <p:cNvPr id="8" name="">
            <a:extLst xmlns:a="http://schemas.openxmlformats.org/drawingml/2006/main">
              <a:ext uri="{FF2B5EF4-FFF2-40B4-BE49-F238E27FC236}">
                <a16:creationId xmlns:a16="http://schemas.microsoft.com/office/drawing/2014/main" id="{3BD83C39-F229-44EF-8609-BC01060994B7}"/>
              </a:ext>
            </a:extLst>
          </p:cNvPr>
          <p:cNvSpPr>
            <a:spLocks xmlns:a="http://schemas.openxmlformats.org/drawingml/2006/main" noGrp="1"/>
          </p:cNvSpPr>
          <p:nvPr/>
        </p:nvSpPr>
        <p:spPr>
          <a:xfrm xmlns:a="http://schemas.openxmlformats.org/drawingml/2006/main">
            <a:off x="2266950" y="1638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defRPr sz="1050">
                <a:solidFill>
                  <a:srgbClr val="F3F6F2"/>
                </a:solidFill>
                <a:latin typeface="Arial"/>
                <a:ea typeface="Arial"/>
                <a:cs typeface="Arial"/>
              </a:defRPr>
            </a:lvl1pPr>
            <a:lvl2pPr algn="l">
              <a:defRPr sz="1050">
                <a:solidFill>
                  <a:srgbClr val="F3F6F2"/>
                </a:solidFill>
                <a:latin typeface="Arial"/>
                <a:ea typeface="Arial"/>
                <a:cs typeface="Arial"/>
              </a:defRPr>
            </a:lvl2pPr>
            <a:lvl3pPr algn="l">
              <a:defRPr sz="1050">
                <a:solidFill>
                  <a:srgbClr val="F3F6F2"/>
                </a:solidFill>
                <a:latin typeface="Arial"/>
                <a:ea typeface="Arial"/>
                <a:cs typeface="Arial"/>
              </a:defRPr>
            </a:lvl3pPr>
            <a:lvl4pPr algn="l">
              <a:defRPr sz="1050">
                <a:solidFill>
                  <a:srgbClr val="F3F6F2"/>
                </a:solidFill>
                <a:latin typeface="Arial"/>
                <a:ea typeface="Arial"/>
                <a:cs typeface="Arial"/>
              </a:defRPr>
            </a:lvl4pPr>
            <a:lvl5pPr algn="l">
              <a:defRPr sz="1050">
                <a:solidFill>
                  <a:srgbClr val="F3F6F2"/>
                </a:solidFill>
                <a:latin typeface="Arial"/>
                <a:ea typeface="Arial"/>
                <a:cs typeface="Arial"/>
              </a:defRPr>
            </a:lvl5pPr>
            <a:lvl6pPr algn="l">
              <a:defRPr sz="1050">
                <a:solidFill>
                  <a:srgbClr val="F3F6F2"/>
                </a:solidFill>
                <a:latin typeface="Arial"/>
                <a:ea typeface="Arial"/>
                <a:cs typeface="Arial"/>
              </a:defRPr>
            </a:lvl6pPr>
            <a:lvl7pPr algn="l">
              <a:defRPr sz="1050">
                <a:solidFill>
                  <a:srgbClr val="F3F6F2"/>
                </a:solidFill>
                <a:latin typeface="Arial"/>
                <a:ea typeface="Arial"/>
                <a:cs typeface="Arial"/>
              </a:defRPr>
            </a:lvl7pPr>
            <a:lvl8pPr algn="l">
              <a:defRPr sz="1050">
                <a:solidFill>
                  <a:srgbClr val="F3F6F2"/>
                </a:solidFill>
                <a:latin typeface="Arial"/>
                <a:ea typeface="Arial"/>
                <a:cs typeface="Arial"/>
              </a:defRPr>
            </a:lvl8pPr>
            <a:lvl9pPr algn="l">
              <a:defRPr sz="1050">
                <a:solidFill>
                  <a:srgbClr val="F3F6F2"/>
                </a:solidFill>
                <a:latin typeface="Arial"/>
                <a:ea typeface="Arial"/>
                <a:cs typeface="Arial"/>
              </a:defRPr>
            </a:lvl9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Shows vegetation and surface colour</a:t>
            </a:r>
          </a:p>
        </p:txBody>
      </p:sp>
      <p:sp>
        <p:nvSpPr>
          <p:cNvPr id="9" name="">
            <a:extLst xmlns:a="http://schemas.openxmlformats.org/drawingml/2006/main">
              <a:ext uri="{FF2B5EF4-FFF2-40B4-BE49-F238E27FC236}">
                <a16:creationId xmlns:a16="http://schemas.microsoft.com/office/drawing/2014/main" id="{0BEBEFC4-F6F0-4978-8B61-7F9D1E5A02B2}"/>
              </a:ext>
            </a:extLst>
          </p:cNvPr>
          <p:cNvSpPr>
            <a:spLocks xmlns:a="http://schemas.openxmlformats.org/drawingml/2006/main" noGrp="1"/>
          </p:cNvSpPr>
          <p:nvPr/>
        </p:nvSpPr>
        <p:spPr>
          <a:xfrm xmlns:a="http://schemas.openxmlformats.org/drawingml/2006/main">
            <a:off x="590550" y="2228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F55871AF-F15D-4C8D-B50A-F4D7ED5A6D61}"/>
              </a:ext>
            </a:extLst>
          </p:cNvPr>
          <p:cNvSpPr>
            <a:spLocks xmlns:a="http://schemas.openxmlformats.org/drawingml/2006/main" noGrp="1"/>
          </p:cNvSpPr>
          <p:nvPr/>
        </p:nvSpPr>
        <p:spPr>
          <a:xfrm xmlns:a="http://schemas.openxmlformats.org/drawingml/2006/main">
            <a:off x="590550" y="2228850"/>
            <a:ext cx="76200" cy="514350"/>
          </a:xfrm>
          <a:prstGeom xmlns:a="http://schemas.openxmlformats.org/drawingml/2006/main" prst="rect">
            <a:avLst/>
          </a:prstGeom>
          <a:solidFill xmlns:a="http://schemas.openxmlformats.org/drawingml/2006/main">
            <a:srgbClr val="3183B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B64E1F-86E9-488B-BB21-516557E30C95}"/>
              </a:ext>
            </a:extLst>
          </p:cNvPr>
          <p:cNvSpPr>
            <a:spLocks xmlns:a="http://schemas.openxmlformats.org/drawingml/2006/main" noGrp="1"/>
          </p:cNvSpPr>
          <p:nvPr/>
        </p:nvSpPr>
        <p:spPr>
          <a:xfrm xmlns:a="http://schemas.openxmlformats.org/drawingml/2006/main">
            <a:off x="800100" y="2305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3183B8"/>
                </a:solidFill>
                <a:latin typeface="Arial"/>
                <a:ea typeface="Arial"/>
                <a:cs typeface="Arial"/>
              </a:defRPr>
            </a:defPPr>
            <a:lvl1pPr algn="l">
              <a:defRPr sz="1350" b="1">
                <a:solidFill>
                  <a:srgbClr val="3183B8"/>
                </a:solidFill>
                <a:latin typeface="Arial"/>
                <a:ea typeface="Arial"/>
                <a:cs typeface="Arial"/>
              </a:defRPr>
            </a:lvl1pPr>
            <a:lvl2pPr algn="l">
              <a:defRPr sz="1350" b="1">
                <a:solidFill>
                  <a:srgbClr val="3183B8"/>
                </a:solidFill>
                <a:latin typeface="Arial"/>
                <a:ea typeface="Arial"/>
                <a:cs typeface="Arial"/>
              </a:defRPr>
            </a:lvl2pPr>
            <a:lvl3pPr algn="l">
              <a:defRPr sz="1350" b="1">
                <a:solidFill>
                  <a:srgbClr val="3183B8"/>
                </a:solidFill>
                <a:latin typeface="Arial"/>
                <a:ea typeface="Arial"/>
                <a:cs typeface="Arial"/>
              </a:defRPr>
            </a:lvl3pPr>
            <a:lvl4pPr algn="l">
              <a:defRPr sz="1350" b="1">
                <a:solidFill>
                  <a:srgbClr val="3183B8"/>
                </a:solidFill>
                <a:latin typeface="Arial"/>
                <a:ea typeface="Arial"/>
                <a:cs typeface="Arial"/>
              </a:defRPr>
            </a:lvl4pPr>
            <a:lvl5pPr algn="l">
              <a:defRPr sz="1350" b="1">
                <a:solidFill>
                  <a:srgbClr val="3183B8"/>
                </a:solidFill>
                <a:latin typeface="Arial"/>
                <a:ea typeface="Arial"/>
                <a:cs typeface="Arial"/>
              </a:defRPr>
            </a:lvl5pPr>
            <a:lvl6pPr algn="l">
              <a:defRPr sz="1350" b="1">
                <a:solidFill>
                  <a:srgbClr val="3183B8"/>
                </a:solidFill>
                <a:latin typeface="Arial"/>
                <a:ea typeface="Arial"/>
                <a:cs typeface="Arial"/>
              </a:defRPr>
            </a:lvl6pPr>
            <a:lvl7pPr algn="l">
              <a:defRPr sz="1350" b="1">
                <a:solidFill>
                  <a:srgbClr val="3183B8"/>
                </a:solidFill>
                <a:latin typeface="Arial"/>
                <a:ea typeface="Arial"/>
                <a:cs typeface="Arial"/>
              </a:defRPr>
            </a:lvl7pPr>
            <a:lvl8pPr algn="l">
              <a:defRPr sz="1350" b="1">
                <a:solidFill>
                  <a:srgbClr val="3183B8"/>
                </a:solidFill>
                <a:latin typeface="Arial"/>
                <a:ea typeface="Arial"/>
                <a:cs typeface="Arial"/>
              </a:defRPr>
            </a:lvl8pPr>
            <a:lvl9pPr algn="l">
              <a:defRPr sz="1350" b="1">
                <a:solidFill>
                  <a:srgbClr val="3183B8"/>
                </a:solidFill>
                <a:latin typeface="Arial"/>
                <a:ea typeface="Arial"/>
                <a:cs typeface="Arial"/>
              </a:defRPr>
            </a:lvl9pPr>
          </a:lstStyle>
          <a:p xmlns:a="http://schemas.openxmlformats.org/drawingml/2006/main">
            <a:pPr algn="l">
              <a:defRPr sz="1350" b="1">
                <a:solidFill>
                  <a:srgbClr val="3183B8"/>
                </a:solidFill>
                <a:latin typeface="Arial"/>
                <a:ea typeface="Arial"/>
                <a:cs typeface="Arial"/>
              </a:defRPr>
            </a:pPr>
            <a:r>
              <a:rPr sz="1350" b="1">
                <a:solidFill>
                  <a:srgbClr val="3183B8"/>
                </a:solidFill>
                <a:latin typeface="Arial"/>
                <a:ea typeface="Arial"/>
                <a:cs typeface="Arial"/>
              </a:rPr>
              <a:t>Sentinel-1</a:t>
            </a:r>
          </a:p>
        </p:txBody>
      </p:sp>
      <p:sp>
        <p:nvSpPr>
          <p:cNvPr id="12" name="">
            <a:extLst xmlns:a="http://schemas.openxmlformats.org/drawingml/2006/main">
              <a:ext uri="{FF2B5EF4-FFF2-40B4-BE49-F238E27FC236}">
                <a16:creationId xmlns:a16="http://schemas.microsoft.com/office/drawing/2014/main" id="{5203F30A-BB3A-4B84-A355-B16A05967C35}"/>
              </a:ext>
            </a:extLst>
          </p:cNvPr>
          <p:cNvSpPr>
            <a:spLocks xmlns:a="http://schemas.openxmlformats.org/drawingml/2006/main" noGrp="1"/>
          </p:cNvSpPr>
          <p:nvPr/>
        </p:nvSpPr>
        <p:spPr>
          <a:xfrm xmlns:a="http://schemas.openxmlformats.org/drawingml/2006/main">
            <a:off x="2266950" y="2305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defRPr sz="1050">
                <a:solidFill>
                  <a:srgbClr val="F3F6F2"/>
                </a:solidFill>
                <a:latin typeface="Arial"/>
                <a:ea typeface="Arial"/>
                <a:cs typeface="Arial"/>
              </a:defRPr>
            </a:lvl1pPr>
            <a:lvl2pPr algn="l">
              <a:defRPr sz="1050">
                <a:solidFill>
                  <a:srgbClr val="F3F6F2"/>
                </a:solidFill>
                <a:latin typeface="Arial"/>
                <a:ea typeface="Arial"/>
                <a:cs typeface="Arial"/>
              </a:defRPr>
            </a:lvl2pPr>
            <a:lvl3pPr algn="l">
              <a:defRPr sz="1050">
                <a:solidFill>
                  <a:srgbClr val="F3F6F2"/>
                </a:solidFill>
                <a:latin typeface="Arial"/>
                <a:ea typeface="Arial"/>
                <a:cs typeface="Arial"/>
              </a:defRPr>
            </a:lvl3pPr>
            <a:lvl4pPr algn="l">
              <a:defRPr sz="1050">
                <a:solidFill>
                  <a:srgbClr val="F3F6F2"/>
                </a:solidFill>
                <a:latin typeface="Arial"/>
                <a:ea typeface="Arial"/>
                <a:cs typeface="Arial"/>
              </a:defRPr>
            </a:lvl4pPr>
            <a:lvl5pPr algn="l">
              <a:defRPr sz="1050">
                <a:solidFill>
                  <a:srgbClr val="F3F6F2"/>
                </a:solidFill>
                <a:latin typeface="Arial"/>
                <a:ea typeface="Arial"/>
                <a:cs typeface="Arial"/>
              </a:defRPr>
            </a:lvl5pPr>
            <a:lvl6pPr algn="l">
              <a:defRPr sz="1050">
                <a:solidFill>
                  <a:srgbClr val="F3F6F2"/>
                </a:solidFill>
                <a:latin typeface="Arial"/>
                <a:ea typeface="Arial"/>
                <a:cs typeface="Arial"/>
              </a:defRPr>
            </a:lvl6pPr>
            <a:lvl7pPr algn="l">
              <a:defRPr sz="1050">
                <a:solidFill>
                  <a:srgbClr val="F3F6F2"/>
                </a:solidFill>
                <a:latin typeface="Arial"/>
                <a:ea typeface="Arial"/>
                <a:cs typeface="Arial"/>
              </a:defRPr>
            </a:lvl7pPr>
            <a:lvl8pPr algn="l">
              <a:defRPr sz="1050">
                <a:solidFill>
                  <a:srgbClr val="F3F6F2"/>
                </a:solidFill>
                <a:latin typeface="Arial"/>
                <a:ea typeface="Arial"/>
                <a:cs typeface="Arial"/>
              </a:defRPr>
            </a:lvl8pPr>
            <a:lvl9pPr algn="l">
              <a:defRPr sz="1050">
                <a:solidFill>
                  <a:srgbClr val="F3F6F2"/>
                </a:solidFill>
                <a:latin typeface="Arial"/>
                <a:ea typeface="Arial"/>
                <a:cs typeface="Arial"/>
              </a:defRPr>
            </a:lvl9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Radar check for built structures</a:t>
            </a:r>
          </a:p>
        </p:txBody>
      </p:sp>
      <p:sp>
        <p:nvSpPr>
          <p:cNvPr id="13" name="">
            <a:extLst xmlns:a="http://schemas.openxmlformats.org/drawingml/2006/main">
              <a:ext uri="{FF2B5EF4-FFF2-40B4-BE49-F238E27FC236}">
                <a16:creationId xmlns:a16="http://schemas.microsoft.com/office/drawing/2014/main" id="{CF0DD282-887E-4E63-A50B-DCF4F7E01ABF}"/>
              </a:ext>
            </a:extLst>
          </p:cNvPr>
          <p:cNvSpPr>
            <a:spLocks xmlns:a="http://schemas.openxmlformats.org/drawingml/2006/main" noGrp="1"/>
          </p:cNvSpPr>
          <p:nvPr/>
        </p:nvSpPr>
        <p:spPr>
          <a:xfrm xmlns:a="http://schemas.openxmlformats.org/drawingml/2006/main">
            <a:off x="590550" y="28956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3B90B95-61DE-4B25-BE53-4D27CE7D06BA}"/>
              </a:ext>
            </a:extLst>
          </p:cNvPr>
          <p:cNvSpPr>
            <a:spLocks xmlns:a="http://schemas.openxmlformats.org/drawingml/2006/main" noGrp="1"/>
          </p:cNvSpPr>
          <p:nvPr/>
        </p:nvSpPr>
        <p:spPr>
          <a:xfrm xmlns:a="http://schemas.openxmlformats.org/drawingml/2006/main">
            <a:off x="590550" y="2895600"/>
            <a:ext cx="76200" cy="514350"/>
          </a:xfrm>
          <a:prstGeom xmlns:a="http://schemas.openxmlformats.org/drawingml/2006/main" prst="rect">
            <a:avLst/>
          </a:prstGeom>
          <a:solidFill xmlns:a="http://schemas.openxmlformats.org/drawingml/2006/main">
            <a:srgbClr val="E2AD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20301A-4B99-4840-84AD-C251FBCEF142}"/>
              </a:ext>
            </a:extLst>
          </p:cNvPr>
          <p:cNvSpPr>
            <a:spLocks xmlns:a="http://schemas.openxmlformats.org/drawingml/2006/main" noGrp="1"/>
          </p:cNvSpPr>
          <p:nvPr/>
        </p:nvSpPr>
        <p:spPr>
          <a:xfrm xmlns:a="http://schemas.openxmlformats.org/drawingml/2006/main">
            <a:off x="800100" y="29718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defRPr sz="1350" b="1">
                <a:solidFill>
                  <a:srgbClr val="E2AD2B"/>
                </a:solidFill>
                <a:latin typeface="Arial"/>
                <a:ea typeface="Arial"/>
                <a:cs typeface="Arial"/>
              </a:defRPr>
            </a:lvl1pPr>
            <a:lvl2pPr algn="l">
              <a:defRPr sz="1350" b="1">
                <a:solidFill>
                  <a:srgbClr val="E2AD2B"/>
                </a:solidFill>
                <a:latin typeface="Arial"/>
                <a:ea typeface="Arial"/>
                <a:cs typeface="Arial"/>
              </a:defRPr>
            </a:lvl2pPr>
            <a:lvl3pPr algn="l">
              <a:defRPr sz="1350" b="1">
                <a:solidFill>
                  <a:srgbClr val="E2AD2B"/>
                </a:solidFill>
                <a:latin typeface="Arial"/>
                <a:ea typeface="Arial"/>
                <a:cs typeface="Arial"/>
              </a:defRPr>
            </a:lvl3pPr>
            <a:lvl4pPr algn="l">
              <a:defRPr sz="1350" b="1">
                <a:solidFill>
                  <a:srgbClr val="E2AD2B"/>
                </a:solidFill>
                <a:latin typeface="Arial"/>
                <a:ea typeface="Arial"/>
                <a:cs typeface="Arial"/>
              </a:defRPr>
            </a:lvl4pPr>
            <a:lvl5pPr algn="l">
              <a:defRPr sz="1350" b="1">
                <a:solidFill>
                  <a:srgbClr val="E2AD2B"/>
                </a:solidFill>
                <a:latin typeface="Arial"/>
                <a:ea typeface="Arial"/>
                <a:cs typeface="Arial"/>
              </a:defRPr>
            </a:lvl5pPr>
            <a:lvl6pPr algn="l">
              <a:defRPr sz="1350" b="1">
                <a:solidFill>
                  <a:srgbClr val="E2AD2B"/>
                </a:solidFill>
                <a:latin typeface="Arial"/>
                <a:ea typeface="Arial"/>
                <a:cs typeface="Arial"/>
              </a:defRPr>
            </a:lvl6pPr>
            <a:lvl7pPr algn="l">
              <a:defRPr sz="1350" b="1">
                <a:solidFill>
                  <a:srgbClr val="E2AD2B"/>
                </a:solidFill>
                <a:latin typeface="Arial"/>
                <a:ea typeface="Arial"/>
                <a:cs typeface="Arial"/>
              </a:defRPr>
            </a:lvl7pPr>
            <a:lvl8pPr algn="l">
              <a:defRPr sz="1350" b="1">
                <a:solidFill>
                  <a:srgbClr val="E2AD2B"/>
                </a:solidFill>
                <a:latin typeface="Arial"/>
                <a:ea typeface="Arial"/>
                <a:cs typeface="Arial"/>
              </a:defRPr>
            </a:lvl8pPr>
            <a:lvl9pPr algn="l">
              <a:defRPr sz="1350" b="1">
                <a:solidFill>
                  <a:srgbClr val="E2AD2B"/>
                </a:solidFill>
                <a:latin typeface="Arial"/>
                <a:ea typeface="Arial"/>
                <a:cs typeface="Arial"/>
              </a:defRPr>
            </a:lvl9pPr>
          </a:lstStyle>
          <a:p xmlns:a="http://schemas.openxmlformats.org/drawingml/2006/main">
            <a:pPr algn="l">
              <a:defRPr sz="1350" b="1">
                <a:solidFill>
                  <a:srgbClr val="E2AD2B"/>
                </a:solidFill>
                <a:latin typeface="Arial"/>
                <a:ea typeface="Arial"/>
                <a:cs typeface="Arial"/>
              </a:defRPr>
            </a:pPr>
            <a:r>
              <a:rPr sz="1350" b="1">
                <a:solidFill>
                  <a:srgbClr val="E2AD2B"/>
                </a:solidFill>
                <a:latin typeface="Arial"/>
                <a:ea typeface="Arial"/>
                <a:cs typeface="Arial"/>
              </a:rPr>
              <a:t>Annual land cover</a:t>
            </a:r>
          </a:p>
        </p:txBody>
      </p:sp>
      <p:sp>
        <p:nvSpPr>
          <p:cNvPr id="16" name="">
            <a:extLst xmlns:a="http://schemas.openxmlformats.org/drawingml/2006/main">
              <a:ext uri="{FF2B5EF4-FFF2-40B4-BE49-F238E27FC236}">
                <a16:creationId xmlns:a16="http://schemas.microsoft.com/office/drawing/2014/main" id="{4E3B4D2C-0822-4620-BBB9-20D7BB83928E}"/>
              </a:ext>
            </a:extLst>
          </p:cNvPr>
          <p:cNvSpPr>
            <a:spLocks xmlns:a="http://schemas.openxmlformats.org/drawingml/2006/main" noGrp="1"/>
          </p:cNvSpPr>
          <p:nvPr/>
        </p:nvSpPr>
        <p:spPr>
          <a:xfrm xmlns:a="http://schemas.openxmlformats.org/drawingml/2006/main">
            <a:off x="2266950" y="29718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defRPr sz="1050">
                <a:solidFill>
                  <a:srgbClr val="F3F6F2"/>
                </a:solidFill>
                <a:latin typeface="Arial"/>
                <a:ea typeface="Arial"/>
                <a:cs typeface="Arial"/>
              </a:defRPr>
            </a:lvl1pPr>
            <a:lvl2pPr algn="l">
              <a:defRPr sz="1050">
                <a:solidFill>
                  <a:srgbClr val="F3F6F2"/>
                </a:solidFill>
                <a:latin typeface="Arial"/>
                <a:ea typeface="Arial"/>
                <a:cs typeface="Arial"/>
              </a:defRPr>
            </a:lvl2pPr>
            <a:lvl3pPr algn="l">
              <a:defRPr sz="1050">
                <a:solidFill>
                  <a:srgbClr val="F3F6F2"/>
                </a:solidFill>
                <a:latin typeface="Arial"/>
                <a:ea typeface="Arial"/>
                <a:cs typeface="Arial"/>
              </a:defRPr>
            </a:lvl3pPr>
            <a:lvl4pPr algn="l">
              <a:defRPr sz="1050">
                <a:solidFill>
                  <a:srgbClr val="F3F6F2"/>
                </a:solidFill>
                <a:latin typeface="Arial"/>
                <a:ea typeface="Arial"/>
                <a:cs typeface="Arial"/>
              </a:defRPr>
            </a:lvl4pPr>
            <a:lvl5pPr algn="l">
              <a:defRPr sz="1050">
                <a:solidFill>
                  <a:srgbClr val="F3F6F2"/>
                </a:solidFill>
                <a:latin typeface="Arial"/>
                <a:ea typeface="Arial"/>
                <a:cs typeface="Arial"/>
              </a:defRPr>
            </a:lvl5pPr>
            <a:lvl6pPr algn="l">
              <a:defRPr sz="1050">
                <a:solidFill>
                  <a:srgbClr val="F3F6F2"/>
                </a:solidFill>
                <a:latin typeface="Arial"/>
                <a:ea typeface="Arial"/>
                <a:cs typeface="Arial"/>
              </a:defRPr>
            </a:lvl6pPr>
            <a:lvl7pPr algn="l">
              <a:defRPr sz="1050">
                <a:solidFill>
                  <a:srgbClr val="F3F6F2"/>
                </a:solidFill>
                <a:latin typeface="Arial"/>
                <a:ea typeface="Arial"/>
                <a:cs typeface="Arial"/>
              </a:defRPr>
            </a:lvl7pPr>
            <a:lvl8pPr algn="l">
              <a:defRPr sz="1050">
                <a:solidFill>
                  <a:srgbClr val="F3F6F2"/>
                </a:solidFill>
                <a:latin typeface="Arial"/>
                <a:ea typeface="Arial"/>
                <a:cs typeface="Arial"/>
              </a:defRPr>
            </a:lvl8pPr>
            <a:lvl9pPr algn="l">
              <a:defRPr sz="1050">
                <a:solidFill>
                  <a:srgbClr val="F3F6F2"/>
                </a:solidFill>
                <a:latin typeface="Arial"/>
                <a:ea typeface="Arial"/>
                <a:cs typeface="Arial"/>
              </a:defRPr>
            </a:lvl9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Flags possible growth from 2018 to 2023</a:t>
            </a:r>
          </a:p>
        </p:txBody>
      </p:sp>
      <p:sp>
        <p:nvSpPr>
          <p:cNvPr id="17" name="">
            <a:extLst xmlns:a="http://schemas.openxmlformats.org/drawingml/2006/main">
              <a:ext uri="{FF2B5EF4-FFF2-40B4-BE49-F238E27FC236}">
                <a16:creationId xmlns:a16="http://schemas.microsoft.com/office/drawing/2014/main" id="{59F0C637-DAAD-42A9-BE27-186F4FE98489}"/>
              </a:ext>
            </a:extLst>
          </p:cNvPr>
          <p:cNvSpPr>
            <a:spLocks xmlns:a="http://schemas.openxmlformats.org/drawingml/2006/main" noGrp="1"/>
          </p:cNvSpPr>
          <p:nvPr/>
        </p:nvSpPr>
        <p:spPr>
          <a:xfrm xmlns:a="http://schemas.openxmlformats.org/drawingml/2006/main">
            <a:off x="590550" y="35623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CDF52522-88DC-4E43-8EE3-D8B430A5C506}"/>
              </a:ext>
            </a:extLst>
          </p:cNvPr>
          <p:cNvSpPr>
            <a:spLocks xmlns:a="http://schemas.openxmlformats.org/drawingml/2006/main" noGrp="1"/>
          </p:cNvSpPr>
          <p:nvPr/>
        </p:nvSpPr>
        <p:spPr>
          <a:xfrm xmlns:a="http://schemas.openxmlformats.org/drawingml/2006/main">
            <a:off x="590550" y="3562350"/>
            <a:ext cx="76200" cy="514350"/>
          </a:xfrm>
          <a:prstGeom xmlns:a="http://schemas.openxmlformats.org/drawingml/2006/main" prst="rect">
            <a:avLst/>
          </a:prstGeom>
          <a:solidFill xmlns:a="http://schemas.openxmlformats.org/drawingml/2006/main">
            <a:srgbClr val="F064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7F504DB-122F-437B-A9F9-FDF315DDF7C2}"/>
              </a:ext>
            </a:extLst>
          </p:cNvPr>
          <p:cNvSpPr>
            <a:spLocks xmlns:a="http://schemas.openxmlformats.org/drawingml/2006/main" noGrp="1"/>
          </p:cNvSpPr>
          <p:nvPr/>
        </p:nvSpPr>
        <p:spPr>
          <a:xfrm xmlns:a="http://schemas.openxmlformats.org/drawingml/2006/main">
            <a:off x="800100" y="3638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06449"/>
                </a:solidFill>
                <a:latin typeface="Arial"/>
                <a:ea typeface="Arial"/>
                <a:cs typeface="Arial"/>
              </a:defRPr>
            </a:defPPr>
            <a:lvl1pPr algn="l">
              <a:defRPr sz="1350" b="1">
                <a:solidFill>
                  <a:srgbClr val="F06449"/>
                </a:solidFill>
                <a:latin typeface="Arial"/>
                <a:ea typeface="Arial"/>
                <a:cs typeface="Arial"/>
              </a:defRPr>
            </a:lvl1pPr>
            <a:lvl2pPr algn="l">
              <a:defRPr sz="1350" b="1">
                <a:solidFill>
                  <a:srgbClr val="F06449"/>
                </a:solidFill>
                <a:latin typeface="Arial"/>
                <a:ea typeface="Arial"/>
                <a:cs typeface="Arial"/>
              </a:defRPr>
            </a:lvl2pPr>
            <a:lvl3pPr algn="l">
              <a:defRPr sz="1350" b="1">
                <a:solidFill>
                  <a:srgbClr val="F06449"/>
                </a:solidFill>
                <a:latin typeface="Arial"/>
                <a:ea typeface="Arial"/>
                <a:cs typeface="Arial"/>
              </a:defRPr>
            </a:lvl3pPr>
            <a:lvl4pPr algn="l">
              <a:defRPr sz="1350" b="1">
                <a:solidFill>
                  <a:srgbClr val="F06449"/>
                </a:solidFill>
                <a:latin typeface="Arial"/>
                <a:ea typeface="Arial"/>
                <a:cs typeface="Arial"/>
              </a:defRPr>
            </a:lvl4pPr>
            <a:lvl5pPr algn="l">
              <a:defRPr sz="1350" b="1">
                <a:solidFill>
                  <a:srgbClr val="F06449"/>
                </a:solidFill>
                <a:latin typeface="Arial"/>
                <a:ea typeface="Arial"/>
                <a:cs typeface="Arial"/>
              </a:defRPr>
            </a:lvl5pPr>
            <a:lvl6pPr algn="l">
              <a:defRPr sz="1350" b="1">
                <a:solidFill>
                  <a:srgbClr val="F06449"/>
                </a:solidFill>
                <a:latin typeface="Arial"/>
                <a:ea typeface="Arial"/>
                <a:cs typeface="Arial"/>
              </a:defRPr>
            </a:lvl6pPr>
            <a:lvl7pPr algn="l">
              <a:defRPr sz="1350" b="1">
                <a:solidFill>
                  <a:srgbClr val="F06449"/>
                </a:solidFill>
                <a:latin typeface="Arial"/>
                <a:ea typeface="Arial"/>
                <a:cs typeface="Arial"/>
              </a:defRPr>
            </a:lvl7pPr>
            <a:lvl8pPr algn="l">
              <a:defRPr sz="1350" b="1">
                <a:solidFill>
                  <a:srgbClr val="F06449"/>
                </a:solidFill>
                <a:latin typeface="Arial"/>
                <a:ea typeface="Arial"/>
                <a:cs typeface="Arial"/>
              </a:defRPr>
            </a:lvl8pPr>
            <a:lvl9pPr algn="l">
              <a:defRPr sz="1350" b="1">
                <a:solidFill>
                  <a:srgbClr val="F06449"/>
                </a:solidFill>
                <a:latin typeface="Arial"/>
                <a:ea typeface="Arial"/>
                <a:cs typeface="Arial"/>
              </a:defRPr>
            </a:lvl9pPr>
          </a:lstStyle>
          <a:p xmlns:a="http://schemas.openxmlformats.org/drawingml/2006/main">
            <a:pPr algn="l">
              <a:defRPr sz="1350" b="1">
                <a:solidFill>
                  <a:srgbClr val="F06449"/>
                </a:solidFill>
                <a:latin typeface="Arial"/>
                <a:ea typeface="Arial"/>
                <a:cs typeface="Arial"/>
              </a:defRPr>
            </a:pPr>
            <a:r>
              <a:rPr sz="1350" b="1">
                <a:solidFill>
                  <a:srgbClr val="F06449"/>
                </a:solidFill>
                <a:latin typeface="Arial"/>
                <a:ea typeface="Arial"/>
                <a:cs typeface="Arial"/>
              </a:rPr>
              <a:t>Landsat 8</a:t>
            </a:r>
          </a:p>
        </p:txBody>
      </p:sp>
      <p:sp>
        <p:nvSpPr>
          <p:cNvPr id="20" name="">
            <a:extLst xmlns:a="http://schemas.openxmlformats.org/drawingml/2006/main">
              <a:ext uri="{FF2B5EF4-FFF2-40B4-BE49-F238E27FC236}">
                <a16:creationId xmlns:a16="http://schemas.microsoft.com/office/drawing/2014/main" id="{E4BC7A50-BAE4-49C5-800C-7DA4313E84C8}"/>
              </a:ext>
            </a:extLst>
          </p:cNvPr>
          <p:cNvSpPr>
            <a:spLocks xmlns:a="http://schemas.openxmlformats.org/drawingml/2006/main" noGrp="1"/>
          </p:cNvSpPr>
          <p:nvPr/>
        </p:nvSpPr>
        <p:spPr>
          <a:xfrm xmlns:a="http://schemas.openxmlformats.org/drawingml/2006/main">
            <a:off x="2266950" y="36385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defRPr sz="1050">
                <a:solidFill>
                  <a:srgbClr val="F3F6F2"/>
                </a:solidFill>
                <a:latin typeface="Arial"/>
                <a:ea typeface="Arial"/>
                <a:cs typeface="Arial"/>
              </a:defRPr>
            </a:lvl1pPr>
            <a:lvl2pPr algn="l">
              <a:defRPr sz="1050">
                <a:solidFill>
                  <a:srgbClr val="F3F6F2"/>
                </a:solidFill>
                <a:latin typeface="Arial"/>
                <a:ea typeface="Arial"/>
                <a:cs typeface="Arial"/>
              </a:defRPr>
            </a:lvl2pPr>
            <a:lvl3pPr algn="l">
              <a:defRPr sz="1050">
                <a:solidFill>
                  <a:srgbClr val="F3F6F2"/>
                </a:solidFill>
                <a:latin typeface="Arial"/>
                <a:ea typeface="Arial"/>
                <a:cs typeface="Arial"/>
              </a:defRPr>
            </a:lvl3pPr>
            <a:lvl4pPr algn="l">
              <a:defRPr sz="1050">
                <a:solidFill>
                  <a:srgbClr val="F3F6F2"/>
                </a:solidFill>
                <a:latin typeface="Arial"/>
                <a:ea typeface="Arial"/>
                <a:cs typeface="Arial"/>
              </a:defRPr>
            </a:lvl4pPr>
            <a:lvl5pPr algn="l">
              <a:defRPr sz="1050">
                <a:solidFill>
                  <a:srgbClr val="F3F6F2"/>
                </a:solidFill>
                <a:latin typeface="Arial"/>
                <a:ea typeface="Arial"/>
                <a:cs typeface="Arial"/>
              </a:defRPr>
            </a:lvl5pPr>
            <a:lvl6pPr algn="l">
              <a:defRPr sz="1050">
                <a:solidFill>
                  <a:srgbClr val="F3F6F2"/>
                </a:solidFill>
                <a:latin typeface="Arial"/>
                <a:ea typeface="Arial"/>
                <a:cs typeface="Arial"/>
              </a:defRPr>
            </a:lvl6pPr>
            <a:lvl7pPr algn="l">
              <a:defRPr sz="1050">
                <a:solidFill>
                  <a:srgbClr val="F3F6F2"/>
                </a:solidFill>
                <a:latin typeface="Arial"/>
                <a:ea typeface="Arial"/>
                <a:cs typeface="Arial"/>
              </a:defRPr>
            </a:lvl7pPr>
            <a:lvl8pPr algn="l">
              <a:defRPr sz="1050">
                <a:solidFill>
                  <a:srgbClr val="F3F6F2"/>
                </a:solidFill>
                <a:latin typeface="Arial"/>
                <a:ea typeface="Arial"/>
                <a:cs typeface="Arial"/>
              </a:defRPr>
            </a:lvl8pPr>
            <a:lvl9pPr algn="l">
              <a:defRPr sz="1050">
                <a:solidFill>
                  <a:srgbClr val="F3F6F2"/>
                </a:solidFill>
                <a:latin typeface="Arial"/>
                <a:ea typeface="Arial"/>
                <a:cs typeface="Arial"/>
              </a:defRPr>
            </a:lvl9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Measures land surface temperature</a:t>
            </a:r>
          </a:p>
        </p:txBody>
      </p:sp>
      <p:sp>
        <p:nvSpPr>
          <p:cNvPr id="21" name="">
            <a:extLst xmlns:a="http://schemas.openxmlformats.org/drawingml/2006/main">
              <a:ext uri="{FF2B5EF4-FFF2-40B4-BE49-F238E27FC236}">
                <a16:creationId xmlns:a16="http://schemas.microsoft.com/office/drawing/2014/main" id="{5DC4EBA4-F3F5-4F85-8C2E-9C5D50D4ED4C}"/>
              </a:ext>
            </a:extLst>
          </p:cNvPr>
          <p:cNvSpPr>
            <a:spLocks xmlns:a="http://schemas.openxmlformats.org/drawingml/2006/main" noGrp="1"/>
          </p:cNvSpPr>
          <p:nvPr/>
        </p:nvSpPr>
        <p:spPr>
          <a:xfrm xmlns:a="http://schemas.openxmlformats.org/drawingml/2006/main">
            <a:off x="590550" y="4229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2" name="">
            <a:extLst xmlns:a="http://schemas.openxmlformats.org/drawingml/2006/main">
              <a:ext uri="{FF2B5EF4-FFF2-40B4-BE49-F238E27FC236}">
                <a16:creationId xmlns:a16="http://schemas.microsoft.com/office/drawing/2014/main" id="{D9B5B77D-1DD3-47A9-B04B-C349FB31EB55}"/>
              </a:ext>
            </a:extLst>
          </p:cNvPr>
          <p:cNvSpPr>
            <a:spLocks xmlns:a="http://schemas.openxmlformats.org/drawingml/2006/main" noGrp="1"/>
          </p:cNvSpPr>
          <p:nvPr/>
        </p:nvSpPr>
        <p:spPr>
          <a:xfrm xmlns:a="http://schemas.openxmlformats.org/drawingml/2006/main">
            <a:off x="590550" y="4229100"/>
            <a:ext cx="76200" cy="514350"/>
          </a:xfrm>
          <a:prstGeom xmlns:a="http://schemas.openxmlformats.org/drawingml/2006/main" prst="rect">
            <a:avLst/>
          </a:prstGeom>
          <a:solidFill xmlns:a="http://schemas.openxmlformats.org/drawingml/2006/main">
            <a:srgbClr val="6D5DD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26E13BC-9EAA-49C3-B8F9-196C0595B49A}"/>
              </a:ext>
            </a:extLst>
          </p:cNvPr>
          <p:cNvSpPr>
            <a:spLocks xmlns:a="http://schemas.openxmlformats.org/drawingml/2006/main" noGrp="1"/>
          </p:cNvSpPr>
          <p:nvPr/>
        </p:nvSpPr>
        <p:spPr>
          <a:xfrm xmlns:a="http://schemas.openxmlformats.org/drawingml/2006/main">
            <a:off x="800100" y="4305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defRPr sz="1350" b="1">
                <a:solidFill>
                  <a:srgbClr val="6D5DD3"/>
                </a:solidFill>
                <a:latin typeface="Arial"/>
                <a:ea typeface="Arial"/>
                <a:cs typeface="Arial"/>
              </a:defRPr>
            </a:lvl1pPr>
            <a:lvl2pPr algn="l">
              <a:defRPr sz="1350" b="1">
                <a:solidFill>
                  <a:srgbClr val="6D5DD3"/>
                </a:solidFill>
                <a:latin typeface="Arial"/>
                <a:ea typeface="Arial"/>
                <a:cs typeface="Arial"/>
              </a:defRPr>
            </a:lvl2pPr>
            <a:lvl3pPr algn="l">
              <a:defRPr sz="1350" b="1">
                <a:solidFill>
                  <a:srgbClr val="6D5DD3"/>
                </a:solidFill>
                <a:latin typeface="Arial"/>
                <a:ea typeface="Arial"/>
                <a:cs typeface="Arial"/>
              </a:defRPr>
            </a:lvl3pPr>
            <a:lvl4pPr algn="l">
              <a:defRPr sz="1350" b="1">
                <a:solidFill>
                  <a:srgbClr val="6D5DD3"/>
                </a:solidFill>
                <a:latin typeface="Arial"/>
                <a:ea typeface="Arial"/>
                <a:cs typeface="Arial"/>
              </a:defRPr>
            </a:lvl4pPr>
            <a:lvl5pPr algn="l">
              <a:defRPr sz="1350" b="1">
                <a:solidFill>
                  <a:srgbClr val="6D5DD3"/>
                </a:solidFill>
                <a:latin typeface="Arial"/>
                <a:ea typeface="Arial"/>
                <a:cs typeface="Arial"/>
              </a:defRPr>
            </a:lvl5pPr>
            <a:lvl6pPr algn="l">
              <a:defRPr sz="1350" b="1">
                <a:solidFill>
                  <a:srgbClr val="6D5DD3"/>
                </a:solidFill>
                <a:latin typeface="Arial"/>
                <a:ea typeface="Arial"/>
                <a:cs typeface="Arial"/>
              </a:defRPr>
            </a:lvl6pPr>
            <a:lvl7pPr algn="l">
              <a:defRPr sz="1350" b="1">
                <a:solidFill>
                  <a:srgbClr val="6D5DD3"/>
                </a:solidFill>
                <a:latin typeface="Arial"/>
                <a:ea typeface="Arial"/>
                <a:cs typeface="Arial"/>
              </a:defRPr>
            </a:lvl7pPr>
            <a:lvl8pPr algn="l">
              <a:defRPr sz="1350" b="1">
                <a:solidFill>
                  <a:srgbClr val="6D5DD3"/>
                </a:solidFill>
                <a:latin typeface="Arial"/>
                <a:ea typeface="Arial"/>
                <a:cs typeface="Arial"/>
              </a:defRPr>
            </a:lvl8pPr>
            <a:lvl9pPr algn="l">
              <a:defRPr sz="1350" b="1">
                <a:solidFill>
                  <a:srgbClr val="6D5DD3"/>
                </a:solidFill>
                <a:latin typeface="Arial"/>
                <a:ea typeface="Arial"/>
                <a:cs typeface="Arial"/>
              </a:defRPr>
            </a:lvl9pPr>
          </a:lstStyle>
          <a:p xmlns:a="http://schemas.openxmlformats.org/drawingml/2006/main">
            <a:pPr algn="l">
              <a:defRPr sz="1350" b="1">
                <a:solidFill>
                  <a:srgbClr val="6D5DD3"/>
                </a:solidFill>
                <a:latin typeface="Arial"/>
                <a:ea typeface="Arial"/>
                <a:cs typeface="Arial"/>
              </a:defRPr>
            </a:pPr>
            <a:r>
              <a:rPr sz="1350" b="1">
                <a:solidFill>
                  <a:srgbClr val="6D5DD3"/>
                </a:solidFill>
                <a:latin typeface="Arial"/>
                <a:ea typeface="Arial"/>
                <a:cs typeface="Arial"/>
              </a:rPr>
              <a:t>WorldPop</a:t>
            </a:r>
          </a:p>
        </p:txBody>
      </p:sp>
      <p:sp>
        <p:nvSpPr>
          <p:cNvPr id="24" name="">
            <a:extLst xmlns:a="http://schemas.openxmlformats.org/drawingml/2006/main">
              <a:ext uri="{FF2B5EF4-FFF2-40B4-BE49-F238E27FC236}">
                <a16:creationId xmlns:a16="http://schemas.microsoft.com/office/drawing/2014/main" id="{1D9CFD79-F9A5-4991-B4D0-A034A7B907F9}"/>
              </a:ext>
            </a:extLst>
          </p:cNvPr>
          <p:cNvSpPr>
            <a:spLocks xmlns:a="http://schemas.openxmlformats.org/drawingml/2006/main" noGrp="1"/>
          </p:cNvSpPr>
          <p:nvPr/>
        </p:nvSpPr>
        <p:spPr>
          <a:xfrm xmlns:a="http://schemas.openxmlformats.org/drawingml/2006/main">
            <a:off x="2266950" y="4305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defRPr sz="1050">
                <a:solidFill>
                  <a:srgbClr val="F3F6F2"/>
                </a:solidFill>
                <a:latin typeface="Arial"/>
                <a:ea typeface="Arial"/>
                <a:cs typeface="Arial"/>
              </a:defRPr>
            </a:lvl1pPr>
            <a:lvl2pPr algn="l">
              <a:defRPr sz="1050">
                <a:solidFill>
                  <a:srgbClr val="F3F6F2"/>
                </a:solidFill>
                <a:latin typeface="Arial"/>
                <a:ea typeface="Arial"/>
                <a:cs typeface="Arial"/>
              </a:defRPr>
            </a:lvl2pPr>
            <a:lvl3pPr algn="l">
              <a:defRPr sz="1050">
                <a:solidFill>
                  <a:srgbClr val="F3F6F2"/>
                </a:solidFill>
                <a:latin typeface="Arial"/>
                <a:ea typeface="Arial"/>
                <a:cs typeface="Arial"/>
              </a:defRPr>
            </a:lvl3pPr>
            <a:lvl4pPr algn="l">
              <a:defRPr sz="1050">
                <a:solidFill>
                  <a:srgbClr val="F3F6F2"/>
                </a:solidFill>
                <a:latin typeface="Arial"/>
                <a:ea typeface="Arial"/>
                <a:cs typeface="Arial"/>
              </a:defRPr>
            </a:lvl4pPr>
            <a:lvl5pPr algn="l">
              <a:defRPr sz="1050">
                <a:solidFill>
                  <a:srgbClr val="F3F6F2"/>
                </a:solidFill>
                <a:latin typeface="Arial"/>
                <a:ea typeface="Arial"/>
                <a:cs typeface="Arial"/>
              </a:defRPr>
            </a:lvl5pPr>
            <a:lvl6pPr algn="l">
              <a:defRPr sz="1050">
                <a:solidFill>
                  <a:srgbClr val="F3F6F2"/>
                </a:solidFill>
                <a:latin typeface="Arial"/>
                <a:ea typeface="Arial"/>
                <a:cs typeface="Arial"/>
              </a:defRPr>
            </a:lvl6pPr>
            <a:lvl7pPr algn="l">
              <a:defRPr sz="1050">
                <a:solidFill>
                  <a:srgbClr val="F3F6F2"/>
                </a:solidFill>
                <a:latin typeface="Arial"/>
                <a:ea typeface="Arial"/>
                <a:cs typeface="Arial"/>
              </a:defRPr>
            </a:lvl7pPr>
            <a:lvl8pPr algn="l">
              <a:defRPr sz="1050">
                <a:solidFill>
                  <a:srgbClr val="F3F6F2"/>
                </a:solidFill>
                <a:latin typeface="Arial"/>
                <a:ea typeface="Arial"/>
                <a:cs typeface="Arial"/>
              </a:defRPr>
            </a:lvl8pPr>
            <a:lvl9pPr algn="l">
              <a:defRPr sz="1050">
                <a:solidFill>
                  <a:srgbClr val="F3F6F2"/>
                </a:solidFill>
                <a:latin typeface="Arial"/>
                <a:ea typeface="Arial"/>
                <a:cs typeface="Arial"/>
              </a:defRPr>
            </a:lvl9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Estimates where people live</a:t>
            </a:r>
          </a:p>
        </p:txBody>
      </p:sp>
      <p:sp>
        <p:nvSpPr>
          <p:cNvPr id="25" name="">
            <a:extLst xmlns:a="http://schemas.openxmlformats.org/drawingml/2006/main">
              <a:ext uri="{FF2B5EF4-FFF2-40B4-BE49-F238E27FC236}">
                <a16:creationId xmlns:a16="http://schemas.microsoft.com/office/drawing/2014/main" id="{9BB483BB-93FE-442C-B9CE-F4F6AFB2D713}"/>
              </a:ext>
            </a:extLst>
          </p:cNvPr>
          <p:cNvSpPr>
            <a:spLocks xmlns:a="http://schemas.openxmlformats.org/drawingml/2006/main" noGrp="1"/>
          </p:cNvSpPr>
          <p:nvPr/>
        </p:nvSpPr>
        <p:spPr>
          <a:xfrm xmlns:a="http://schemas.openxmlformats.org/drawingml/2006/main">
            <a:off x="590550" y="4895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6" name="">
            <a:extLst xmlns:a="http://schemas.openxmlformats.org/drawingml/2006/main">
              <a:ext uri="{FF2B5EF4-FFF2-40B4-BE49-F238E27FC236}">
                <a16:creationId xmlns:a16="http://schemas.microsoft.com/office/drawing/2014/main" id="{4F1AE3EC-A07E-408C-BC2A-654AB68CACDD}"/>
              </a:ext>
            </a:extLst>
          </p:cNvPr>
          <p:cNvSpPr>
            <a:spLocks xmlns:a="http://schemas.openxmlformats.org/drawingml/2006/main" noGrp="1"/>
          </p:cNvSpPr>
          <p:nvPr/>
        </p:nvSpPr>
        <p:spPr>
          <a:xfrm xmlns:a="http://schemas.openxmlformats.org/drawingml/2006/main">
            <a:off x="590550" y="4895850"/>
            <a:ext cx="76200" cy="514350"/>
          </a:xfrm>
          <a:prstGeom xmlns:a="http://schemas.openxmlformats.org/drawingml/2006/main" prst="rect">
            <a:avLst/>
          </a:prstGeom>
          <a:solidFill xmlns:a="http://schemas.openxmlformats.org/drawingml/2006/main">
            <a:srgbClr val="D967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7B95DEB-CF73-4BF3-ACA2-420F938D2BB0}"/>
              </a:ext>
            </a:extLst>
          </p:cNvPr>
          <p:cNvSpPr>
            <a:spLocks xmlns:a="http://schemas.openxmlformats.org/drawingml/2006/main" noGrp="1"/>
          </p:cNvSpPr>
          <p:nvPr/>
        </p:nvSpPr>
        <p:spPr>
          <a:xfrm xmlns:a="http://schemas.openxmlformats.org/drawingml/2006/main">
            <a:off x="800100" y="4972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96787"/>
                </a:solidFill>
                <a:latin typeface="Arial"/>
                <a:ea typeface="Arial"/>
                <a:cs typeface="Arial"/>
              </a:defRPr>
            </a:defPPr>
            <a:lvl1pPr algn="l">
              <a:defRPr sz="1350" b="1">
                <a:solidFill>
                  <a:srgbClr val="D96787"/>
                </a:solidFill>
                <a:latin typeface="Arial"/>
                <a:ea typeface="Arial"/>
                <a:cs typeface="Arial"/>
              </a:defRPr>
            </a:lvl1pPr>
            <a:lvl2pPr algn="l">
              <a:defRPr sz="1350" b="1">
                <a:solidFill>
                  <a:srgbClr val="D96787"/>
                </a:solidFill>
                <a:latin typeface="Arial"/>
                <a:ea typeface="Arial"/>
                <a:cs typeface="Arial"/>
              </a:defRPr>
            </a:lvl2pPr>
            <a:lvl3pPr algn="l">
              <a:defRPr sz="1350" b="1">
                <a:solidFill>
                  <a:srgbClr val="D96787"/>
                </a:solidFill>
                <a:latin typeface="Arial"/>
                <a:ea typeface="Arial"/>
                <a:cs typeface="Arial"/>
              </a:defRPr>
            </a:lvl3pPr>
            <a:lvl4pPr algn="l">
              <a:defRPr sz="1350" b="1">
                <a:solidFill>
                  <a:srgbClr val="D96787"/>
                </a:solidFill>
                <a:latin typeface="Arial"/>
                <a:ea typeface="Arial"/>
                <a:cs typeface="Arial"/>
              </a:defRPr>
            </a:lvl4pPr>
            <a:lvl5pPr algn="l">
              <a:defRPr sz="1350" b="1">
                <a:solidFill>
                  <a:srgbClr val="D96787"/>
                </a:solidFill>
                <a:latin typeface="Arial"/>
                <a:ea typeface="Arial"/>
                <a:cs typeface="Arial"/>
              </a:defRPr>
            </a:lvl5pPr>
            <a:lvl6pPr algn="l">
              <a:defRPr sz="1350" b="1">
                <a:solidFill>
                  <a:srgbClr val="D96787"/>
                </a:solidFill>
                <a:latin typeface="Arial"/>
                <a:ea typeface="Arial"/>
                <a:cs typeface="Arial"/>
              </a:defRPr>
            </a:lvl6pPr>
            <a:lvl7pPr algn="l">
              <a:defRPr sz="1350" b="1">
                <a:solidFill>
                  <a:srgbClr val="D96787"/>
                </a:solidFill>
                <a:latin typeface="Arial"/>
                <a:ea typeface="Arial"/>
                <a:cs typeface="Arial"/>
              </a:defRPr>
            </a:lvl7pPr>
            <a:lvl8pPr algn="l">
              <a:defRPr sz="1350" b="1">
                <a:solidFill>
                  <a:srgbClr val="D96787"/>
                </a:solidFill>
                <a:latin typeface="Arial"/>
                <a:ea typeface="Arial"/>
                <a:cs typeface="Arial"/>
              </a:defRPr>
            </a:lvl8pPr>
            <a:lvl9pPr algn="l">
              <a:defRPr sz="1350" b="1">
                <a:solidFill>
                  <a:srgbClr val="D96787"/>
                </a:solidFill>
                <a:latin typeface="Arial"/>
                <a:ea typeface="Arial"/>
                <a:cs typeface="Arial"/>
              </a:defRPr>
            </a:lvl9pPr>
          </a:lstStyle>
          <a:p xmlns:a="http://schemas.openxmlformats.org/drawingml/2006/main">
            <a:pPr algn="l">
              <a:defRPr sz="1350" b="1">
                <a:solidFill>
                  <a:srgbClr val="D96787"/>
                </a:solidFill>
                <a:latin typeface="Arial"/>
                <a:ea typeface="Arial"/>
                <a:cs typeface="Arial"/>
              </a:defRPr>
            </a:pPr>
            <a:r>
              <a:rPr sz="1350" b="1">
                <a:solidFill>
                  <a:srgbClr val="D96787"/>
                </a:solidFill>
                <a:latin typeface="Arial"/>
                <a:ea typeface="Arial"/>
                <a:cs typeface="Arial"/>
              </a:rPr>
              <a:t>Planet Tanager</a:t>
            </a:r>
          </a:p>
        </p:txBody>
      </p:sp>
      <p:sp>
        <p:nvSpPr>
          <p:cNvPr id="28" name="">
            <a:extLst xmlns:a="http://schemas.openxmlformats.org/drawingml/2006/main">
              <a:ext uri="{FF2B5EF4-FFF2-40B4-BE49-F238E27FC236}">
                <a16:creationId xmlns:a16="http://schemas.microsoft.com/office/drawing/2014/main" id="{3EDC8CDD-A56A-4365-B397-8584C33329EB}"/>
              </a:ext>
            </a:extLst>
          </p:cNvPr>
          <p:cNvSpPr>
            <a:spLocks xmlns:a="http://schemas.openxmlformats.org/drawingml/2006/main" noGrp="1"/>
          </p:cNvSpPr>
          <p:nvPr/>
        </p:nvSpPr>
        <p:spPr>
          <a:xfrm xmlns:a="http://schemas.openxmlformats.org/drawingml/2006/main">
            <a:off x="2266950" y="4972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defRPr sz="1050">
                <a:solidFill>
                  <a:srgbClr val="F3F6F2"/>
                </a:solidFill>
                <a:latin typeface="Arial"/>
                <a:ea typeface="Arial"/>
                <a:cs typeface="Arial"/>
              </a:defRPr>
            </a:lvl1pPr>
            <a:lvl2pPr algn="l">
              <a:defRPr sz="1050">
                <a:solidFill>
                  <a:srgbClr val="F3F6F2"/>
                </a:solidFill>
                <a:latin typeface="Arial"/>
                <a:ea typeface="Arial"/>
                <a:cs typeface="Arial"/>
              </a:defRPr>
            </a:lvl2pPr>
            <a:lvl3pPr algn="l">
              <a:defRPr sz="1050">
                <a:solidFill>
                  <a:srgbClr val="F3F6F2"/>
                </a:solidFill>
                <a:latin typeface="Arial"/>
                <a:ea typeface="Arial"/>
                <a:cs typeface="Arial"/>
              </a:defRPr>
            </a:lvl3pPr>
            <a:lvl4pPr algn="l">
              <a:defRPr sz="1050">
                <a:solidFill>
                  <a:srgbClr val="F3F6F2"/>
                </a:solidFill>
                <a:latin typeface="Arial"/>
                <a:ea typeface="Arial"/>
                <a:cs typeface="Arial"/>
              </a:defRPr>
            </a:lvl4pPr>
            <a:lvl5pPr algn="l">
              <a:defRPr sz="1050">
                <a:solidFill>
                  <a:srgbClr val="F3F6F2"/>
                </a:solidFill>
                <a:latin typeface="Arial"/>
                <a:ea typeface="Arial"/>
                <a:cs typeface="Arial"/>
              </a:defRPr>
            </a:lvl5pPr>
            <a:lvl6pPr algn="l">
              <a:defRPr sz="1050">
                <a:solidFill>
                  <a:srgbClr val="F3F6F2"/>
                </a:solidFill>
                <a:latin typeface="Arial"/>
                <a:ea typeface="Arial"/>
                <a:cs typeface="Arial"/>
              </a:defRPr>
            </a:lvl6pPr>
            <a:lvl7pPr algn="l">
              <a:defRPr sz="1050">
                <a:solidFill>
                  <a:srgbClr val="F3F6F2"/>
                </a:solidFill>
                <a:latin typeface="Arial"/>
                <a:ea typeface="Arial"/>
                <a:cs typeface="Arial"/>
              </a:defRPr>
            </a:lvl7pPr>
            <a:lvl8pPr algn="l">
              <a:defRPr sz="1050">
                <a:solidFill>
                  <a:srgbClr val="F3F6F2"/>
                </a:solidFill>
                <a:latin typeface="Arial"/>
                <a:ea typeface="Arial"/>
                <a:cs typeface="Arial"/>
              </a:defRPr>
            </a:lvl8pPr>
            <a:lvl9pPr algn="l">
              <a:defRPr sz="1050">
                <a:solidFill>
                  <a:srgbClr val="F3F6F2"/>
                </a:solidFill>
                <a:latin typeface="Arial"/>
                <a:ea typeface="Arial"/>
                <a:cs typeface="Arial"/>
              </a:defRPr>
            </a:lvl9pPr>
          </a:lstStyle>
          <a:p xmlns:a="http://schemas.openxmlformats.org/drawingml/2006/main">
            <a:pPr algn="l">
              <a:defRPr sz="1050">
                <a:solidFill>
                  <a:srgbClr val="F3F6F2"/>
                </a:solidFill>
                <a:latin typeface="Arial"/>
                <a:ea typeface="Arial"/>
                <a:cs typeface="Arial"/>
              </a:defRPr>
            </a:pPr>
            <a:r>
              <a:rPr sz="1050">
                <a:solidFill>
                  <a:srgbClr val="F3F6F2"/>
                </a:solidFill>
                <a:latin typeface="Arial"/>
                <a:ea typeface="Arial"/>
                <a:cs typeface="Arial"/>
              </a:rPr>
              <a:t>Tests a desert classification problem</a:t>
            </a:r>
          </a:p>
        </p:txBody>
      </p:sp>
      <p:pic>
        <p:nvPicPr>
          <p:cNvPr id="29" name="">
            <a:extLst xmlns:a="http://schemas.openxmlformats.org/drawingml/2006/main">
              <a:ext uri="{FF2B5EF4-FFF2-40B4-BE49-F238E27FC236}">
                <a16:creationId xmlns:a16="http://schemas.microsoft.com/office/drawing/2014/main" id="{CFF67E46-77BD-401F-8A34-11431C506B79}"/>
              </a:ext>
            </a:extLst>
          </p:cNvPr>
          <p:cNvPicPr>
            <a:picLocks xmlns:a="http://schemas.openxmlformats.org/drawingml/2006/main" noChangeAspect="1"/>
          </p:cNvPicPr>
          <p:nvPr/>
        </p:nvPicPr>
        <p:blipFill>
          <a:blip xmlns:r="http://schemas.openxmlformats.org/officeDocument/2006/relationships" xmlns:a="http://schemas.openxmlformats.org/drawingml/2006/main" r:embed="R416f43975b75499a"/>
          <a:stretch xmlns:a="http://schemas.openxmlformats.org/drawingml/2006/main"/>
        </p:blipFill>
        <p:spPr>
          <a:xfrm xmlns:a="http://schemas.openxmlformats.org/drawingml/2006/main">
            <a:off x="6527807" y="1562100"/>
            <a:ext cx="4451336" cy="4038600"/>
          </a:xfrm>
          <a:prstGeom xmlns:a="http://schemas.openxmlformats.org/drawingml/2006/main" prst="roundRect">
            <a:avLst>
              <a:gd name="adj" fmla="val 2358"/>
            </a:avLst>
          </a:prstGeom>
        </p:spPr>
      </p:pic>
      <p:sp>
        <p:nvSpPr>
          <p:cNvPr id="30" name="">
            <a:extLst xmlns:a="http://schemas.openxmlformats.org/drawingml/2006/main">
              <a:ext uri="{FF2B5EF4-FFF2-40B4-BE49-F238E27FC236}">
                <a16:creationId xmlns:a16="http://schemas.microsoft.com/office/drawing/2014/main" id="{C8D1CAA3-D3D5-41FD-906F-406BB656771C}"/>
              </a:ext>
            </a:extLst>
          </p:cNvPr>
          <p:cNvSpPr>
            <a:spLocks xmlns:a="http://schemas.openxmlformats.org/drawingml/2006/main" noGrp="1"/>
          </p:cNvSpPr>
          <p:nvPr/>
        </p:nvSpPr>
        <p:spPr>
          <a:xfrm xmlns:a="http://schemas.openxmlformats.org/drawingml/2006/main">
            <a:off x="5905500" y="5715000"/>
            <a:ext cx="5695950" cy="514350"/>
          </a:xfrm>
          <a:prstGeom xmlns:a="http://schemas.openxmlformats.org/drawingml/2006/main" prst="roundRect">
            <a:avLst>
              <a:gd name="adj" fmla="val 18519"/>
            </a:avLst>
          </a:prstGeom>
          <a:solidFill xmlns:a="http://schemas.openxmlformats.org/drawingml/2006/main">
            <a:srgbClr val="113646"/>
          </a:solidFill>
          <a:ln xmlns:a="http://schemas.openxmlformats.org/drawingml/2006/main" w="9525">
            <a:solidFill>
              <a:srgbClr val="31505F"/>
            </a:solidFill>
            <a:prstDash val="solid"/>
          </a:ln>
        </p:spPr>
      </p:sp>
      <p:sp>
        <p:nvSpPr>
          <p:cNvPr id="31" name="">
            <a:extLst xmlns:a="http://schemas.openxmlformats.org/drawingml/2006/main">
              <a:ext uri="{FF2B5EF4-FFF2-40B4-BE49-F238E27FC236}">
                <a16:creationId xmlns:a16="http://schemas.microsoft.com/office/drawing/2014/main" id="{EECFC289-CEF2-490B-A433-52CD6C7BBAA8}"/>
              </a:ext>
            </a:extLst>
          </p:cNvPr>
          <p:cNvSpPr>
            <a:spLocks xmlns:a="http://schemas.openxmlformats.org/drawingml/2006/main" noGrp="1"/>
          </p:cNvSpPr>
          <p:nvPr/>
        </p:nvSpPr>
        <p:spPr>
          <a:xfrm xmlns:a="http://schemas.openxmlformats.org/drawingml/2006/main">
            <a:off x="6115050" y="5772150"/>
            <a:ext cx="527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F3F6F2"/>
                </a:solidFill>
                <a:latin typeface="Arial"/>
                <a:ea typeface="Arial"/>
                <a:cs typeface="Arial"/>
              </a:defRPr>
            </a:defPPr>
            <a:lvl1pPr algn="l">
              <a:defRPr sz="1050" b="1">
                <a:solidFill>
                  <a:srgbClr val="F3F6F2"/>
                </a:solidFill>
                <a:latin typeface="Arial"/>
                <a:ea typeface="Arial"/>
                <a:cs typeface="Arial"/>
              </a:defRPr>
            </a:lvl1pPr>
            <a:lvl2pPr algn="l">
              <a:defRPr sz="1050" b="1">
                <a:solidFill>
                  <a:srgbClr val="F3F6F2"/>
                </a:solidFill>
                <a:latin typeface="Arial"/>
                <a:ea typeface="Arial"/>
                <a:cs typeface="Arial"/>
              </a:defRPr>
            </a:lvl2pPr>
            <a:lvl3pPr algn="l">
              <a:defRPr sz="1050" b="1">
                <a:solidFill>
                  <a:srgbClr val="F3F6F2"/>
                </a:solidFill>
                <a:latin typeface="Arial"/>
                <a:ea typeface="Arial"/>
                <a:cs typeface="Arial"/>
              </a:defRPr>
            </a:lvl3pPr>
            <a:lvl4pPr algn="l">
              <a:defRPr sz="1050" b="1">
                <a:solidFill>
                  <a:srgbClr val="F3F6F2"/>
                </a:solidFill>
                <a:latin typeface="Arial"/>
                <a:ea typeface="Arial"/>
                <a:cs typeface="Arial"/>
              </a:defRPr>
            </a:lvl4pPr>
            <a:lvl5pPr algn="l">
              <a:defRPr sz="1050" b="1">
                <a:solidFill>
                  <a:srgbClr val="F3F6F2"/>
                </a:solidFill>
                <a:latin typeface="Arial"/>
                <a:ea typeface="Arial"/>
                <a:cs typeface="Arial"/>
              </a:defRPr>
            </a:lvl5pPr>
            <a:lvl6pPr algn="l">
              <a:defRPr sz="1050" b="1">
                <a:solidFill>
                  <a:srgbClr val="F3F6F2"/>
                </a:solidFill>
                <a:latin typeface="Arial"/>
                <a:ea typeface="Arial"/>
                <a:cs typeface="Arial"/>
              </a:defRPr>
            </a:lvl6pPr>
            <a:lvl7pPr algn="l">
              <a:defRPr sz="1050" b="1">
                <a:solidFill>
                  <a:srgbClr val="F3F6F2"/>
                </a:solidFill>
                <a:latin typeface="Arial"/>
                <a:ea typeface="Arial"/>
                <a:cs typeface="Arial"/>
              </a:defRPr>
            </a:lvl7pPr>
            <a:lvl8pPr algn="l">
              <a:defRPr sz="1050" b="1">
                <a:solidFill>
                  <a:srgbClr val="F3F6F2"/>
                </a:solidFill>
                <a:latin typeface="Arial"/>
                <a:ea typeface="Arial"/>
                <a:cs typeface="Arial"/>
              </a:defRPr>
            </a:lvl8pPr>
            <a:lvl9pPr algn="l">
              <a:defRPr sz="1050" b="1">
                <a:solidFill>
                  <a:srgbClr val="F3F6F2"/>
                </a:solidFill>
                <a:latin typeface="Arial"/>
                <a:ea typeface="Arial"/>
                <a:cs typeface="Arial"/>
              </a:defRPr>
            </a:lvl9pPr>
          </a:lstStyle>
          <a:p xmlns:a="http://schemas.openxmlformats.org/drawingml/2006/main">
            <a:pPr algn="l">
              <a:defRPr sz="1050" b="1">
                <a:solidFill>
                  <a:srgbClr val="F3F6F2"/>
                </a:solidFill>
                <a:latin typeface="Arial"/>
                <a:ea typeface="Arial"/>
                <a:cs typeface="Arial"/>
              </a:defRPr>
            </a:pPr>
            <a:r>
              <a:rPr sz="1050" b="1">
                <a:solidFill>
                  <a:srgbClr val="F3F6F2"/>
                </a:solidFill>
                <a:latin typeface="Arial"/>
                <a:ea typeface="Arial"/>
                <a:cs typeface="Arial"/>
              </a:rPr>
              <a:t>Annual maps find possible growth. Optical and radar data check it. Heat, population and vegetation complete the score.</a:t>
            </a:r>
          </a:p>
        </p:txBody>
      </p:sp>
    </p:spTree>
    <p:extLst>
      <p:ext uri="{BB962C8B-B14F-4D97-AF65-F5344CB8AC3E}">
        <p14:creationId xmlns:p14="http://schemas.microsoft.com/office/powerpoint/2010/main" val="1626140486"/>
      </p:ext>
    </p:extLst>
  </p:cSld>
</p:sld>
</file>

<file path=ppt/slides/slide5.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F1BC564-D456-45E5-B417-233B6695878A}"/>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defRPr sz="1050" b="1">
                <a:solidFill>
                  <a:srgbClr val="1AA58F"/>
                </a:solidFill>
                <a:latin typeface="Arial"/>
                <a:ea typeface="Arial"/>
                <a:cs typeface="Arial"/>
              </a:defRPr>
            </a:lvl1pPr>
            <a:lvl2pPr algn="l">
              <a:defRPr sz="1050" b="1">
                <a:solidFill>
                  <a:srgbClr val="1AA58F"/>
                </a:solidFill>
                <a:latin typeface="Arial"/>
                <a:ea typeface="Arial"/>
                <a:cs typeface="Arial"/>
              </a:defRPr>
            </a:lvl2pPr>
            <a:lvl3pPr algn="l">
              <a:defRPr sz="1050" b="1">
                <a:solidFill>
                  <a:srgbClr val="1AA58F"/>
                </a:solidFill>
                <a:latin typeface="Arial"/>
                <a:ea typeface="Arial"/>
                <a:cs typeface="Arial"/>
              </a:defRPr>
            </a:lvl3pPr>
            <a:lvl4pPr algn="l">
              <a:defRPr sz="1050" b="1">
                <a:solidFill>
                  <a:srgbClr val="1AA58F"/>
                </a:solidFill>
                <a:latin typeface="Arial"/>
                <a:ea typeface="Arial"/>
                <a:cs typeface="Arial"/>
              </a:defRPr>
            </a:lvl4pPr>
            <a:lvl5pPr algn="l">
              <a:defRPr sz="1050" b="1">
                <a:solidFill>
                  <a:srgbClr val="1AA58F"/>
                </a:solidFill>
                <a:latin typeface="Arial"/>
                <a:ea typeface="Arial"/>
                <a:cs typeface="Arial"/>
              </a:defRPr>
            </a:lvl5pPr>
            <a:lvl6pPr algn="l">
              <a:defRPr sz="1050" b="1">
                <a:solidFill>
                  <a:srgbClr val="1AA58F"/>
                </a:solidFill>
                <a:latin typeface="Arial"/>
                <a:ea typeface="Arial"/>
                <a:cs typeface="Arial"/>
              </a:defRPr>
            </a:lvl6pPr>
            <a:lvl7pPr algn="l">
              <a:defRPr sz="1050" b="1">
                <a:solidFill>
                  <a:srgbClr val="1AA58F"/>
                </a:solidFill>
                <a:latin typeface="Arial"/>
                <a:ea typeface="Arial"/>
                <a:cs typeface="Arial"/>
              </a:defRPr>
            </a:lvl7pPr>
            <a:lvl8pPr algn="l">
              <a:defRPr sz="1050" b="1">
                <a:solidFill>
                  <a:srgbClr val="1AA58F"/>
                </a:solidFill>
                <a:latin typeface="Arial"/>
                <a:ea typeface="Arial"/>
                <a:cs typeface="Arial"/>
              </a:defRPr>
            </a:lvl8pPr>
            <a:lvl9pPr algn="l">
              <a:defRPr sz="1050" b="1">
                <a:solidFill>
                  <a:srgbClr val="1AA58F"/>
                </a:solidFill>
                <a:latin typeface="Arial"/>
                <a:ea typeface="Arial"/>
                <a:cs typeface="Arial"/>
              </a:defRPr>
            </a:lvl9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RESULT AND DEMO</a:t>
            </a:r>
          </a:p>
        </p:txBody>
      </p:sp>
      <p:sp>
        <p:nvSpPr>
          <p:cNvPr id="2" name="">
            <a:extLst xmlns:a="http://schemas.openxmlformats.org/drawingml/2006/main">
              <a:ext uri="{FF2B5EF4-FFF2-40B4-BE49-F238E27FC236}">
                <a16:creationId xmlns:a16="http://schemas.microsoft.com/office/drawing/2014/main" id="{655F0DAC-8995-4304-BA1A-45499A563066}"/>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defRPr sz="2700" b="1">
                <a:solidFill>
                  <a:srgbClr val="F3F6F2"/>
                </a:solidFill>
                <a:latin typeface="Arial"/>
                <a:ea typeface="Arial"/>
                <a:cs typeface="Arial"/>
              </a:defRPr>
            </a:lvl1pPr>
            <a:lvl2pPr algn="l">
              <a:defRPr sz="2700" b="1">
                <a:solidFill>
                  <a:srgbClr val="F3F6F2"/>
                </a:solidFill>
                <a:latin typeface="Arial"/>
                <a:ea typeface="Arial"/>
                <a:cs typeface="Arial"/>
              </a:defRPr>
            </a:lvl2pPr>
            <a:lvl3pPr algn="l">
              <a:defRPr sz="2700" b="1">
                <a:solidFill>
                  <a:srgbClr val="F3F6F2"/>
                </a:solidFill>
                <a:latin typeface="Arial"/>
                <a:ea typeface="Arial"/>
                <a:cs typeface="Arial"/>
              </a:defRPr>
            </a:lvl3pPr>
            <a:lvl4pPr algn="l">
              <a:defRPr sz="2700" b="1">
                <a:solidFill>
                  <a:srgbClr val="F3F6F2"/>
                </a:solidFill>
                <a:latin typeface="Arial"/>
                <a:ea typeface="Arial"/>
                <a:cs typeface="Arial"/>
              </a:defRPr>
            </a:lvl4pPr>
            <a:lvl5pPr algn="l">
              <a:defRPr sz="2700" b="1">
                <a:solidFill>
                  <a:srgbClr val="F3F6F2"/>
                </a:solidFill>
                <a:latin typeface="Arial"/>
                <a:ea typeface="Arial"/>
                <a:cs typeface="Arial"/>
              </a:defRPr>
            </a:lvl5pPr>
            <a:lvl6pPr algn="l">
              <a:defRPr sz="2700" b="1">
                <a:solidFill>
                  <a:srgbClr val="F3F6F2"/>
                </a:solidFill>
                <a:latin typeface="Arial"/>
                <a:ea typeface="Arial"/>
                <a:cs typeface="Arial"/>
              </a:defRPr>
            </a:lvl6pPr>
            <a:lvl7pPr algn="l">
              <a:defRPr sz="2700" b="1">
                <a:solidFill>
                  <a:srgbClr val="F3F6F2"/>
                </a:solidFill>
                <a:latin typeface="Arial"/>
                <a:ea typeface="Arial"/>
                <a:cs typeface="Arial"/>
              </a:defRPr>
            </a:lvl7pPr>
            <a:lvl8pPr algn="l">
              <a:defRPr sz="2700" b="1">
                <a:solidFill>
                  <a:srgbClr val="F3F6F2"/>
                </a:solidFill>
                <a:latin typeface="Arial"/>
                <a:ea typeface="Arial"/>
                <a:cs typeface="Arial"/>
              </a:defRPr>
            </a:lvl8pPr>
            <a:lvl9pPr algn="l">
              <a:defRPr sz="2700" b="1">
                <a:solidFill>
                  <a:srgbClr val="F3F6F2"/>
                </a:solidFill>
                <a:latin typeface="Arial"/>
                <a:ea typeface="Arial"/>
                <a:cs typeface="Arial"/>
              </a:defRPr>
            </a:lvl9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What HeatReady produced</a:t>
            </a:r>
          </a:p>
        </p:txBody>
      </p:sp>
      <p:sp>
        <p:nvSpPr>
          <p:cNvPr id="3" name="">
            <a:extLst xmlns:a="http://schemas.openxmlformats.org/drawingml/2006/main">
              <a:ext uri="{FF2B5EF4-FFF2-40B4-BE49-F238E27FC236}">
                <a16:creationId xmlns:a16="http://schemas.microsoft.com/office/drawing/2014/main" id="{3F99823B-A178-49D0-AB9E-03F34CEB12E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defRPr sz="1050" b="1">
                <a:solidFill>
                  <a:srgbClr val="AFC4C6"/>
                </a:solidFill>
                <a:latin typeface="Arial"/>
                <a:ea typeface="Arial"/>
                <a:cs typeface="Arial"/>
              </a:defRPr>
            </a:lvl1pPr>
            <a:lvl2pPr algn="r">
              <a:defRPr sz="1050" b="1">
                <a:solidFill>
                  <a:srgbClr val="AFC4C6"/>
                </a:solidFill>
                <a:latin typeface="Arial"/>
                <a:ea typeface="Arial"/>
                <a:cs typeface="Arial"/>
              </a:defRPr>
            </a:lvl2pPr>
            <a:lvl3pPr algn="r">
              <a:defRPr sz="1050" b="1">
                <a:solidFill>
                  <a:srgbClr val="AFC4C6"/>
                </a:solidFill>
                <a:latin typeface="Arial"/>
                <a:ea typeface="Arial"/>
                <a:cs typeface="Arial"/>
              </a:defRPr>
            </a:lvl3pPr>
            <a:lvl4pPr algn="r">
              <a:defRPr sz="1050" b="1">
                <a:solidFill>
                  <a:srgbClr val="AFC4C6"/>
                </a:solidFill>
                <a:latin typeface="Arial"/>
                <a:ea typeface="Arial"/>
                <a:cs typeface="Arial"/>
              </a:defRPr>
            </a:lvl4pPr>
            <a:lvl5pPr algn="r">
              <a:defRPr sz="1050" b="1">
                <a:solidFill>
                  <a:srgbClr val="AFC4C6"/>
                </a:solidFill>
                <a:latin typeface="Arial"/>
                <a:ea typeface="Arial"/>
                <a:cs typeface="Arial"/>
              </a:defRPr>
            </a:lvl5pPr>
            <a:lvl6pPr algn="r">
              <a:defRPr sz="1050" b="1">
                <a:solidFill>
                  <a:srgbClr val="AFC4C6"/>
                </a:solidFill>
                <a:latin typeface="Arial"/>
                <a:ea typeface="Arial"/>
                <a:cs typeface="Arial"/>
              </a:defRPr>
            </a:lvl6pPr>
            <a:lvl7pPr algn="r">
              <a:defRPr sz="1050" b="1">
                <a:solidFill>
                  <a:srgbClr val="AFC4C6"/>
                </a:solidFill>
                <a:latin typeface="Arial"/>
                <a:ea typeface="Arial"/>
                <a:cs typeface="Arial"/>
              </a:defRPr>
            </a:lvl7pPr>
            <a:lvl8pPr algn="r">
              <a:defRPr sz="1050" b="1">
                <a:solidFill>
                  <a:srgbClr val="AFC4C6"/>
                </a:solidFill>
                <a:latin typeface="Arial"/>
                <a:ea typeface="Arial"/>
                <a:cs typeface="Arial"/>
              </a:defRPr>
            </a:lvl8pPr>
            <a:lvl9pPr algn="r">
              <a:defRPr sz="1050" b="1">
                <a:solidFill>
                  <a:srgbClr val="AFC4C6"/>
                </a:solidFill>
                <a:latin typeface="Arial"/>
                <a:ea typeface="Arial"/>
                <a:cs typeface="Arial"/>
              </a:defRPr>
            </a:lvl9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51513DDA-5390-43EE-A9C5-D0CC1C0306E4}"/>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48B6DBFF-8142-4AFC-AAF5-3D3FA0B7CC57}"/>
              </a:ext>
            </a:extLst>
          </p:cNvPr>
          <p:cNvPicPr>
            <a:picLocks xmlns:a="http://schemas.openxmlformats.org/drawingml/2006/main" noChangeAspect="1"/>
          </p:cNvPicPr>
          <p:nvPr/>
        </p:nvPicPr>
        <p:blipFill>
          <a:blip xmlns:r="http://schemas.openxmlformats.org/officeDocument/2006/relationships" xmlns:a="http://schemas.openxmlformats.org/drawingml/2006/main" r:embed="Rf0de59d5bc044244"/>
          <a:stretch xmlns:a="http://schemas.openxmlformats.org/drawingml/2006/main"/>
        </p:blipFill>
        <p:spPr>
          <a:xfrm xmlns:a="http://schemas.openxmlformats.org/drawingml/2006/main">
            <a:off x="1128967" y="1485900"/>
            <a:ext cx="4304790" cy="4762500"/>
          </a:xfrm>
          <a:prstGeom xmlns:a="http://schemas.openxmlformats.org/drawingml/2006/main" prst="roundRect">
            <a:avLst>
              <a:gd name="adj" fmla="val 2000"/>
            </a:avLst>
          </a:prstGeom>
        </p:spPr>
      </p:pic>
      <p:pic>
        <p:nvPicPr>
          <p:cNvPr id="6" name="">
            <a:extLst xmlns:a="http://schemas.openxmlformats.org/drawingml/2006/main">
              <a:ext uri="{FF2B5EF4-FFF2-40B4-BE49-F238E27FC236}">
                <a16:creationId xmlns:a16="http://schemas.microsoft.com/office/drawing/2014/main" id="{59852658-EF27-4226-8BE4-09C55D3CAA1D}"/>
              </a:ext>
            </a:extLst>
          </p:cNvPr>
          <p:cNvPicPr>
            <a:picLocks xmlns:a="http://schemas.openxmlformats.org/drawingml/2006/main" noChangeAspect="1"/>
          </p:cNvPicPr>
          <p:nvPr/>
        </p:nvPicPr>
        <p:blipFill>
          <a:blip xmlns:r="http://schemas.openxmlformats.org/officeDocument/2006/relationships" xmlns:a="http://schemas.openxmlformats.org/drawingml/2006/main" r:embed="R2fcd672524744a6f"/>
          <a:stretch xmlns:a="http://schemas.openxmlformats.org/drawingml/2006/main"/>
        </p:blipFill>
        <p:spPr>
          <a:xfrm xmlns:a="http://schemas.openxmlformats.org/drawingml/2006/main">
            <a:off x="6535680" y="1562100"/>
            <a:ext cx="4759439" cy="2571750"/>
          </a:xfrm>
          <a:prstGeom xmlns:a="http://schemas.openxmlformats.org/drawingml/2006/main" prst="roundRect">
            <a:avLst>
              <a:gd name="adj" fmla="val 3704"/>
            </a:avLst>
          </a:prstGeom>
        </p:spPr>
      </p:pic>
      <p:sp>
        <p:nvSpPr>
          <p:cNvPr id="7" name="">
            <a:extLst xmlns:a="http://schemas.openxmlformats.org/drawingml/2006/main">
              <a:ext uri="{FF2B5EF4-FFF2-40B4-BE49-F238E27FC236}">
                <a16:creationId xmlns:a16="http://schemas.microsoft.com/office/drawing/2014/main" id="{6FC8F549-06B3-4D08-9283-E16B04AE8E9E}"/>
              </a:ext>
            </a:extLst>
          </p:cNvPr>
          <p:cNvSpPr>
            <a:spLocks xmlns:a="http://schemas.openxmlformats.org/drawingml/2006/main" noGrp="1"/>
          </p:cNvSpPr>
          <p:nvPr/>
        </p:nvSpPr>
        <p:spPr>
          <a:xfrm xmlns:a="http://schemas.openxmlformats.org/drawingml/2006/main">
            <a:off x="62293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8" name="">
            <a:extLst xmlns:a="http://schemas.openxmlformats.org/drawingml/2006/main">
              <a:ext uri="{FF2B5EF4-FFF2-40B4-BE49-F238E27FC236}">
                <a16:creationId xmlns:a16="http://schemas.microsoft.com/office/drawing/2014/main" id="{5516A5D2-F89B-4164-8458-2FF063A88C01}"/>
              </a:ext>
            </a:extLst>
          </p:cNvPr>
          <p:cNvSpPr>
            <a:spLocks xmlns:a="http://schemas.openxmlformats.org/drawingml/2006/main" noGrp="1"/>
          </p:cNvSpPr>
          <p:nvPr/>
        </p:nvSpPr>
        <p:spPr>
          <a:xfrm xmlns:a="http://schemas.openxmlformats.org/drawingml/2006/main">
            <a:off x="64008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defRPr sz="2550" b="1">
                <a:solidFill>
                  <a:srgbClr val="F06449"/>
                </a:solidFill>
                <a:latin typeface="Arial"/>
                <a:ea typeface="Arial"/>
                <a:cs typeface="Arial"/>
              </a:defRPr>
            </a:lvl1pPr>
            <a:lvl2pPr algn="l">
              <a:defRPr sz="2550" b="1">
                <a:solidFill>
                  <a:srgbClr val="F06449"/>
                </a:solidFill>
                <a:latin typeface="Arial"/>
                <a:ea typeface="Arial"/>
                <a:cs typeface="Arial"/>
              </a:defRPr>
            </a:lvl2pPr>
            <a:lvl3pPr algn="l">
              <a:defRPr sz="2550" b="1">
                <a:solidFill>
                  <a:srgbClr val="F06449"/>
                </a:solidFill>
                <a:latin typeface="Arial"/>
                <a:ea typeface="Arial"/>
                <a:cs typeface="Arial"/>
              </a:defRPr>
            </a:lvl3pPr>
            <a:lvl4pPr algn="l">
              <a:defRPr sz="2550" b="1">
                <a:solidFill>
                  <a:srgbClr val="F06449"/>
                </a:solidFill>
                <a:latin typeface="Arial"/>
                <a:ea typeface="Arial"/>
                <a:cs typeface="Arial"/>
              </a:defRPr>
            </a:lvl4pPr>
            <a:lvl5pPr algn="l">
              <a:defRPr sz="2550" b="1">
                <a:solidFill>
                  <a:srgbClr val="F06449"/>
                </a:solidFill>
                <a:latin typeface="Arial"/>
                <a:ea typeface="Arial"/>
                <a:cs typeface="Arial"/>
              </a:defRPr>
            </a:lvl5pPr>
            <a:lvl6pPr algn="l">
              <a:defRPr sz="2550" b="1">
                <a:solidFill>
                  <a:srgbClr val="F06449"/>
                </a:solidFill>
                <a:latin typeface="Arial"/>
                <a:ea typeface="Arial"/>
                <a:cs typeface="Arial"/>
              </a:defRPr>
            </a:lvl6pPr>
            <a:lvl7pPr algn="l">
              <a:defRPr sz="2550" b="1">
                <a:solidFill>
                  <a:srgbClr val="F06449"/>
                </a:solidFill>
                <a:latin typeface="Arial"/>
                <a:ea typeface="Arial"/>
                <a:cs typeface="Arial"/>
              </a:defRPr>
            </a:lvl7pPr>
            <a:lvl8pPr algn="l">
              <a:defRPr sz="2550" b="1">
                <a:solidFill>
                  <a:srgbClr val="F06449"/>
                </a:solidFill>
                <a:latin typeface="Arial"/>
                <a:ea typeface="Arial"/>
                <a:cs typeface="Arial"/>
              </a:defRPr>
            </a:lvl8pPr>
            <a:lvl9pPr algn="l">
              <a:defRPr sz="2550" b="1">
                <a:solidFill>
                  <a:srgbClr val="F06449"/>
                </a:solidFill>
                <a:latin typeface="Arial"/>
                <a:ea typeface="Arial"/>
                <a:cs typeface="Arial"/>
              </a:defRPr>
            </a:lvl9pPr>
          </a:lstStyle>
          <a:p xmlns:a="http://schemas.openxmlformats.org/drawingml/2006/main">
            <a:pPr algn="l">
              <a:defRPr sz="2550" b="1">
                <a:solidFill>
                  <a:srgbClr val="F06449"/>
                </a:solidFill>
                <a:latin typeface="Arial"/>
                <a:ea typeface="Arial"/>
                <a:cs typeface="Arial"/>
              </a:defRPr>
            </a:pPr>
            <a:r>
              <a:rPr sz="2550" b="1">
                <a:solidFill>
                  <a:srgbClr val="F06449"/>
                </a:solidFill>
                <a:latin typeface="Arial"/>
                <a:ea typeface="Arial"/>
                <a:cs typeface="Arial"/>
              </a:rPr>
              <a:t>3.74 km²</a:t>
            </a:r>
          </a:p>
        </p:txBody>
      </p:sp>
      <p:sp>
        <p:nvSpPr>
          <p:cNvPr id="9" name="">
            <a:extLst xmlns:a="http://schemas.openxmlformats.org/drawingml/2006/main">
              <a:ext uri="{FF2B5EF4-FFF2-40B4-BE49-F238E27FC236}">
                <a16:creationId xmlns:a16="http://schemas.microsoft.com/office/drawing/2014/main" id="{4C0D6811-D0C8-469C-BBC9-2F82C960E012}"/>
              </a:ext>
            </a:extLst>
          </p:cNvPr>
          <p:cNvSpPr>
            <a:spLocks xmlns:a="http://schemas.openxmlformats.org/drawingml/2006/main" noGrp="1"/>
          </p:cNvSpPr>
          <p:nvPr/>
        </p:nvSpPr>
        <p:spPr>
          <a:xfrm xmlns:a="http://schemas.openxmlformats.org/drawingml/2006/main">
            <a:off x="64008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defRPr sz="1050" b="1">
                <a:solidFill>
                  <a:srgbClr val="AFC4C6"/>
                </a:solidFill>
                <a:latin typeface="Arial"/>
                <a:ea typeface="Arial"/>
                <a:cs typeface="Arial"/>
              </a:defRPr>
            </a:lvl1pPr>
            <a:lvl2pPr algn="l">
              <a:defRPr sz="1050" b="1">
                <a:solidFill>
                  <a:srgbClr val="AFC4C6"/>
                </a:solidFill>
                <a:latin typeface="Arial"/>
                <a:ea typeface="Arial"/>
                <a:cs typeface="Arial"/>
              </a:defRPr>
            </a:lvl2pPr>
            <a:lvl3pPr algn="l">
              <a:defRPr sz="1050" b="1">
                <a:solidFill>
                  <a:srgbClr val="AFC4C6"/>
                </a:solidFill>
                <a:latin typeface="Arial"/>
                <a:ea typeface="Arial"/>
                <a:cs typeface="Arial"/>
              </a:defRPr>
            </a:lvl3pPr>
            <a:lvl4pPr algn="l">
              <a:defRPr sz="1050" b="1">
                <a:solidFill>
                  <a:srgbClr val="AFC4C6"/>
                </a:solidFill>
                <a:latin typeface="Arial"/>
                <a:ea typeface="Arial"/>
                <a:cs typeface="Arial"/>
              </a:defRPr>
            </a:lvl4pPr>
            <a:lvl5pPr algn="l">
              <a:defRPr sz="1050" b="1">
                <a:solidFill>
                  <a:srgbClr val="AFC4C6"/>
                </a:solidFill>
                <a:latin typeface="Arial"/>
                <a:ea typeface="Arial"/>
                <a:cs typeface="Arial"/>
              </a:defRPr>
            </a:lvl5pPr>
            <a:lvl6pPr algn="l">
              <a:defRPr sz="1050" b="1">
                <a:solidFill>
                  <a:srgbClr val="AFC4C6"/>
                </a:solidFill>
                <a:latin typeface="Arial"/>
                <a:ea typeface="Arial"/>
                <a:cs typeface="Arial"/>
              </a:defRPr>
            </a:lvl6pPr>
            <a:lvl7pPr algn="l">
              <a:defRPr sz="1050" b="1">
                <a:solidFill>
                  <a:srgbClr val="AFC4C6"/>
                </a:solidFill>
                <a:latin typeface="Arial"/>
                <a:ea typeface="Arial"/>
                <a:cs typeface="Arial"/>
              </a:defRPr>
            </a:lvl7pPr>
            <a:lvl8pPr algn="l">
              <a:defRPr sz="1050" b="1">
                <a:solidFill>
                  <a:srgbClr val="AFC4C6"/>
                </a:solidFill>
                <a:latin typeface="Arial"/>
                <a:ea typeface="Arial"/>
                <a:cs typeface="Arial"/>
              </a:defRPr>
            </a:lvl8pPr>
            <a:lvl9pPr algn="l">
              <a:defRPr sz="1050" b="1">
                <a:solidFill>
                  <a:srgbClr val="AFC4C6"/>
                </a:solidFill>
                <a:latin typeface="Arial"/>
                <a:ea typeface="Arial"/>
                <a:cs typeface="Arial"/>
              </a:defRPr>
            </a:lvl9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CONFIRMED GROWTH SIGNAL</a:t>
            </a:r>
          </a:p>
        </p:txBody>
      </p:sp>
      <p:sp>
        <p:nvSpPr>
          <p:cNvPr id="10" name="">
            <a:extLst xmlns:a="http://schemas.openxmlformats.org/drawingml/2006/main">
              <a:ext uri="{FF2B5EF4-FFF2-40B4-BE49-F238E27FC236}">
                <a16:creationId xmlns:a16="http://schemas.microsoft.com/office/drawing/2014/main" id="{990345E1-7C8B-4EFE-AF83-327FF9AC9BBF}"/>
              </a:ext>
            </a:extLst>
          </p:cNvPr>
          <p:cNvSpPr>
            <a:spLocks xmlns:a="http://schemas.openxmlformats.org/drawingml/2006/main" noGrp="1"/>
          </p:cNvSpPr>
          <p:nvPr/>
        </p:nvSpPr>
        <p:spPr>
          <a:xfrm xmlns:a="http://schemas.openxmlformats.org/drawingml/2006/main">
            <a:off x="80200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1" name="">
            <a:extLst xmlns:a="http://schemas.openxmlformats.org/drawingml/2006/main">
              <a:ext uri="{FF2B5EF4-FFF2-40B4-BE49-F238E27FC236}">
                <a16:creationId xmlns:a16="http://schemas.microsoft.com/office/drawing/2014/main" id="{AA0ABDC6-2CEE-43AD-A977-13841824ABC3}"/>
              </a:ext>
            </a:extLst>
          </p:cNvPr>
          <p:cNvSpPr>
            <a:spLocks xmlns:a="http://schemas.openxmlformats.org/drawingml/2006/main" noGrp="1"/>
          </p:cNvSpPr>
          <p:nvPr/>
        </p:nvSpPr>
        <p:spPr>
          <a:xfrm xmlns:a="http://schemas.openxmlformats.org/drawingml/2006/main">
            <a:off x="81915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defRPr sz="2550" b="1">
                <a:solidFill>
                  <a:srgbClr val="1AA58F"/>
                </a:solidFill>
                <a:latin typeface="Arial"/>
                <a:ea typeface="Arial"/>
                <a:cs typeface="Arial"/>
              </a:defRPr>
            </a:lvl1pPr>
            <a:lvl2pPr algn="l">
              <a:defRPr sz="2550" b="1">
                <a:solidFill>
                  <a:srgbClr val="1AA58F"/>
                </a:solidFill>
                <a:latin typeface="Arial"/>
                <a:ea typeface="Arial"/>
                <a:cs typeface="Arial"/>
              </a:defRPr>
            </a:lvl2pPr>
            <a:lvl3pPr algn="l">
              <a:defRPr sz="2550" b="1">
                <a:solidFill>
                  <a:srgbClr val="1AA58F"/>
                </a:solidFill>
                <a:latin typeface="Arial"/>
                <a:ea typeface="Arial"/>
                <a:cs typeface="Arial"/>
              </a:defRPr>
            </a:lvl3pPr>
            <a:lvl4pPr algn="l">
              <a:defRPr sz="2550" b="1">
                <a:solidFill>
                  <a:srgbClr val="1AA58F"/>
                </a:solidFill>
                <a:latin typeface="Arial"/>
                <a:ea typeface="Arial"/>
                <a:cs typeface="Arial"/>
              </a:defRPr>
            </a:lvl4pPr>
            <a:lvl5pPr algn="l">
              <a:defRPr sz="2550" b="1">
                <a:solidFill>
                  <a:srgbClr val="1AA58F"/>
                </a:solidFill>
                <a:latin typeface="Arial"/>
                <a:ea typeface="Arial"/>
                <a:cs typeface="Arial"/>
              </a:defRPr>
            </a:lvl5pPr>
            <a:lvl6pPr algn="l">
              <a:defRPr sz="2550" b="1">
                <a:solidFill>
                  <a:srgbClr val="1AA58F"/>
                </a:solidFill>
                <a:latin typeface="Arial"/>
                <a:ea typeface="Arial"/>
                <a:cs typeface="Arial"/>
              </a:defRPr>
            </a:lvl6pPr>
            <a:lvl7pPr algn="l">
              <a:defRPr sz="2550" b="1">
                <a:solidFill>
                  <a:srgbClr val="1AA58F"/>
                </a:solidFill>
                <a:latin typeface="Arial"/>
                <a:ea typeface="Arial"/>
                <a:cs typeface="Arial"/>
              </a:defRPr>
            </a:lvl7pPr>
            <a:lvl8pPr algn="l">
              <a:defRPr sz="2550" b="1">
                <a:solidFill>
                  <a:srgbClr val="1AA58F"/>
                </a:solidFill>
                <a:latin typeface="Arial"/>
                <a:ea typeface="Arial"/>
                <a:cs typeface="Arial"/>
              </a:defRPr>
            </a:lvl8pPr>
            <a:lvl9pPr algn="l">
              <a:defRPr sz="2550" b="1">
                <a:solidFill>
                  <a:srgbClr val="1AA58F"/>
                </a:solidFill>
                <a:latin typeface="Arial"/>
                <a:ea typeface="Arial"/>
                <a:cs typeface="Arial"/>
              </a:defRPr>
            </a:lvl9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14 / 67</a:t>
            </a:r>
          </a:p>
        </p:txBody>
      </p:sp>
      <p:sp>
        <p:nvSpPr>
          <p:cNvPr id="12" name="">
            <a:extLst xmlns:a="http://schemas.openxmlformats.org/drawingml/2006/main">
              <a:ext uri="{FF2B5EF4-FFF2-40B4-BE49-F238E27FC236}">
                <a16:creationId xmlns:a16="http://schemas.microsoft.com/office/drawing/2014/main" id="{72C8A53F-5DBE-4A27-B5C6-A497DC8645CF}"/>
              </a:ext>
            </a:extLst>
          </p:cNvPr>
          <p:cNvSpPr>
            <a:spLocks xmlns:a="http://schemas.openxmlformats.org/drawingml/2006/main" noGrp="1"/>
          </p:cNvSpPr>
          <p:nvPr/>
        </p:nvSpPr>
        <p:spPr>
          <a:xfrm xmlns:a="http://schemas.openxmlformats.org/drawingml/2006/main">
            <a:off x="81915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defRPr sz="1050" b="1">
                <a:solidFill>
                  <a:srgbClr val="AFC4C6"/>
                </a:solidFill>
                <a:latin typeface="Arial"/>
                <a:ea typeface="Arial"/>
                <a:cs typeface="Arial"/>
              </a:defRPr>
            </a:lvl1pPr>
            <a:lvl2pPr algn="l">
              <a:defRPr sz="1050" b="1">
                <a:solidFill>
                  <a:srgbClr val="AFC4C6"/>
                </a:solidFill>
                <a:latin typeface="Arial"/>
                <a:ea typeface="Arial"/>
                <a:cs typeface="Arial"/>
              </a:defRPr>
            </a:lvl2pPr>
            <a:lvl3pPr algn="l">
              <a:defRPr sz="1050" b="1">
                <a:solidFill>
                  <a:srgbClr val="AFC4C6"/>
                </a:solidFill>
                <a:latin typeface="Arial"/>
                <a:ea typeface="Arial"/>
                <a:cs typeface="Arial"/>
              </a:defRPr>
            </a:lvl3pPr>
            <a:lvl4pPr algn="l">
              <a:defRPr sz="1050" b="1">
                <a:solidFill>
                  <a:srgbClr val="AFC4C6"/>
                </a:solidFill>
                <a:latin typeface="Arial"/>
                <a:ea typeface="Arial"/>
                <a:cs typeface="Arial"/>
              </a:defRPr>
            </a:lvl4pPr>
            <a:lvl5pPr algn="l">
              <a:defRPr sz="1050" b="1">
                <a:solidFill>
                  <a:srgbClr val="AFC4C6"/>
                </a:solidFill>
                <a:latin typeface="Arial"/>
                <a:ea typeface="Arial"/>
                <a:cs typeface="Arial"/>
              </a:defRPr>
            </a:lvl5pPr>
            <a:lvl6pPr algn="l">
              <a:defRPr sz="1050" b="1">
                <a:solidFill>
                  <a:srgbClr val="AFC4C6"/>
                </a:solidFill>
                <a:latin typeface="Arial"/>
                <a:ea typeface="Arial"/>
                <a:cs typeface="Arial"/>
              </a:defRPr>
            </a:lvl6pPr>
            <a:lvl7pPr algn="l">
              <a:defRPr sz="1050" b="1">
                <a:solidFill>
                  <a:srgbClr val="AFC4C6"/>
                </a:solidFill>
                <a:latin typeface="Arial"/>
                <a:ea typeface="Arial"/>
                <a:cs typeface="Arial"/>
              </a:defRPr>
            </a:lvl7pPr>
            <a:lvl8pPr algn="l">
              <a:defRPr sz="1050" b="1">
                <a:solidFill>
                  <a:srgbClr val="AFC4C6"/>
                </a:solidFill>
                <a:latin typeface="Arial"/>
                <a:ea typeface="Arial"/>
                <a:cs typeface="Arial"/>
              </a:defRPr>
            </a:lvl8pPr>
            <a:lvl9pPr algn="l">
              <a:defRPr sz="1050" b="1">
                <a:solidFill>
                  <a:srgbClr val="AFC4C6"/>
                </a:solidFill>
                <a:latin typeface="Arial"/>
                <a:ea typeface="Arial"/>
                <a:cs typeface="Arial"/>
              </a:defRPr>
            </a:lvl9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HIGH / ELIGIBLE CELLS</a:t>
            </a:r>
          </a:p>
        </p:txBody>
      </p:sp>
      <p:sp>
        <p:nvSpPr>
          <p:cNvPr id="13" name="">
            <a:extLst xmlns:a="http://schemas.openxmlformats.org/drawingml/2006/main">
              <a:ext uri="{FF2B5EF4-FFF2-40B4-BE49-F238E27FC236}">
                <a16:creationId xmlns:a16="http://schemas.microsoft.com/office/drawing/2014/main" id="{635F133B-7BD6-4CBD-B896-EC41868A0529}"/>
              </a:ext>
            </a:extLst>
          </p:cNvPr>
          <p:cNvSpPr>
            <a:spLocks xmlns:a="http://schemas.openxmlformats.org/drawingml/2006/main" noGrp="1"/>
          </p:cNvSpPr>
          <p:nvPr/>
        </p:nvSpPr>
        <p:spPr>
          <a:xfrm xmlns:a="http://schemas.openxmlformats.org/drawingml/2006/main">
            <a:off x="9810750" y="43243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F5278050-63B0-42DF-81A6-AA4D8858BCF2}"/>
              </a:ext>
            </a:extLst>
          </p:cNvPr>
          <p:cNvSpPr>
            <a:spLocks xmlns:a="http://schemas.openxmlformats.org/drawingml/2006/main" noGrp="1"/>
          </p:cNvSpPr>
          <p:nvPr/>
        </p:nvSpPr>
        <p:spPr>
          <a:xfrm xmlns:a="http://schemas.openxmlformats.org/drawingml/2006/main">
            <a:off x="9982200" y="44386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defRPr sz="2550" b="1">
                <a:solidFill>
                  <a:srgbClr val="E2AD2B"/>
                </a:solidFill>
                <a:latin typeface="Arial"/>
                <a:ea typeface="Arial"/>
                <a:cs typeface="Arial"/>
              </a:defRPr>
            </a:lvl1pPr>
            <a:lvl2pPr algn="l">
              <a:defRPr sz="2550" b="1">
                <a:solidFill>
                  <a:srgbClr val="E2AD2B"/>
                </a:solidFill>
                <a:latin typeface="Arial"/>
                <a:ea typeface="Arial"/>
                <a:cs typeface="Arial"/>
              </a:defRPr>
            </a:lvl2pPr>
            <a:lvl3pPr algn="l">
              <a:defRPr sz="2550" b="1">
                <a:solidFill>
                  <a:srgbClr val="E2AD2B"/>
                </a:solidFill>
                <a:latin typeface="Arial"/>
                <a:ea typeface="Arial"/>
                <a:cs typeface="Arial"/>
              </a:defRPr>
            </a:lvl3pPr>
            <a:lvl4pPr algn="l">
              <a:defRPr sz="2550" b="1">
                <a:solidFill>
                  <a:srgbClr val="E2AD2B"/>
                </a:solidFill>
                <a:latin typeface="Arial"/>
                <a:ea typeface="Arial"/>
                <a:cs typeface="Arial"/>
              </a:defRPr>
            </a:lvl4pPr>
            <a:lvl5pPr algn="l">
              <a:defRPr sz="2550" b="1">
                <a:solidFill>
                  <a:srgbClr val="E2AD2B"/>
                </a:solidFill>
                <a:latin typeface="Arial"/>
                <a:ea typeface="Arial"/>
                <a:cs typeface="Arial"/>
              </a:defRPr>
            </a:lvl5pPr>
            <a:lvl6pPr algn="l">
              <a:defRPr sz="2550" b="1">
                <a:solidFill>
                  <a:srgbClr val="E2AD2B"/>
                </a:solidFill>
                <a:latin typeface="Arial"/>
                <a:ea typeface="Arial"/>
                <a:cs typeface="Arial"/>
              </a:defRPr>
            </a:lvl6pPr>
            <a:lvl7pPr algn="l">
              <a:defRPr sz="2550" b="1">
                <a:solidFill>
                  <a:srgbClr val="E2AD2B"/>
                </a:solidFill>
                <a:latin typeface="Arial"/>
                <a:ea typeface="Arial"/>
                <a:cs typeface="Arial"/>
              </a:defRPr>
            </a:lvl7pPr>
            <a:lvl8pPr algn="l">
              <a:defRPr sz="2550" b="1">
                <a:solidFill>
                  <a:srgbClr val="E2AD2B"/>
                </a:solidFill>
                <a:latin typeface="Arial"/>
                <a:ea typeface="Arial"/>
                <a:cs typeface="Arial"/>
              </a:defRPr>
            </a:lvl8pPr>
            <a:lvl9pPr algn="l">
              <a:defRPr sz="2550" b="1">
                <a:solidFill>
                  <a:srgbClr val="E2AD2B"/>
                </a:solidFill>
                <a:latin typeface="Arial"/>
                <a:ea typeface="Arial"/>
                <a:cs typeface="Arial"/>
              </a:defRPr>
            </a:lvl9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78.7</a:t>
            </a:r>
          </a:p>
        </p:txBody>
      </p:sp>
      <p:sp>
        <p:nvSpPr>
          <p:cNvPr id="15" name="">
            <a:extLst xmlns:a="http://schemas.openxmlformats.org/drawingml/2006/main">
              <a:ext uri="{FF2B5EF4-FFF2-40B4-BE49-F238E27FC236}">
                <a16:creationId xmlns:a16="http://schemas.microsoft.com/office/drawing/2014/main" id="{748DF7EE-4F01-44D7-BA6F-2FA308BA17EF}"/>
              </a:ext>
            </a:extLst>
          </p:cNvPr>
          <p:cNvSpPr>
            <a:spLocks xmlns:a="http://schemas.openxmlformats.org/drawingml/2006/main" noGrp="1"/>
          </p:cNvSpPr>
          <p:nvPr/>
        </p:nvSpPr>
        <p:spPr>
          <a:xfrm xmlns:a="http://schemas.openxmlformats.org/drawingml/2006/main">
            <a:off x="9982200" y="49530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defRPr sz="1050" b="1">
                <a:solidFill>
                  <a:srgbClr val="AFC4C6"/>
                </a:solidFill>
                <a:latin typeface="Arial"/>
                <a:ea typeface="Arial"/>
                <a:cs typeface="Arial"/>
              </a:defRPr>
            </a:lvl1pPr>
            <a:lvl2pPr algn="l">
              <a:defRPr sz="1050" b="1">
                <a:solidFill>
                  <a:srgbClr val="AFC4C6"/>
                </a:solidFill>
                <a:latin typeface="Arial"/>
                <a:ea typeface="Arial"/>
                <a:cs typeface="Arial"/>
              </a:defRPr>
            </a:lvl2pPr>
            <a:lvl3pPr algn="l">
              <a:defRPr sz="1050" b="1">
                <a:solidFill>
                  <a:srgbClr val="AFC4C6"/>
                </a:solidFill>
                <a:latin typeface="Arial"/>
                <a:ea typeface="Arial"/>
                <a:cs typeface="Arial"/>
              </a:defRPr>
            </a:lvl3pPr>
            <a:lvl4pPr algn="l">
              <a:defRPr sz="1050" b="1">
                <a:solidFill>
                  <a:srgbClr val="AFC4C6"/>
                </a:solidFill>
                <a:latin typeface="Arial"/>
                <a:ea typeface="Arial"/>
                <a:cs typeface="Arial"/>
              </a:defRPr>
            </a:lvl4pPr>
            <a:lvl5pPr algn="l">
              <a:defRPr sz="1050" b="1">
                <a:solidFill>
                  <a:srgbClr val="AFC4C6"/>
                </a:solidFill>
                <a:latin typeface="Arial"/>
                <a:ea typeface="Arial"/>
                <a:cs typeface="Arial"/>
              </a:defRPr>
            </a:lvl5pPr>
            <a:lvl6pPr algn="l">
              <a:defRPr sz="1050" b="1">
                <a:solidFill>
                  <a:srgbClr val="AFC4C6"/>
                </a:solidFill>
                <a:latin typeface="Arial"/>
                <a:ea typeface="Arial"/>
                <a:cs typeface="Arial"/>
              </a:defRPr>
            </a:lvl6pPr>
            <a:lvl7pPr algn="l">
              <a:defRPr sz="1050" b="1">
                <a:solidFill>
                  <a:srgbClr val="AFC4C6"/>
                </a:solidFill>
                <a:latin typeface="Arial"/>
                <a:ea typeface="Arial"/>
                <a:cs typeface="Arial"/>
              </a:defRPr>
            </a:lvl7pPr>
            <a:lvl8pPr algn="l">
              <a:defRPr sz="1050" b="1">
                <a:solidFill>
                  <a:srgbClr val="AFC4C6"/>
                </a:solidFill>
                <a:latin typeface="Arial"/>
                <a:ea typeface="Arial"/>
                <a:cs typeface="Arial"/>
              </a:defRPr>
            </a:lvl8pPr>
            <a:lvl9pPr algn="l">
              <a:defRPr sz="1050" b="1">
                <a:solidFill>
                  <a:srgbClr val="AFC4C6"/>
                </a:solidFill>
                <a:latin typeface="Arial"/>
                <a:ea typeface="Arial"/>
                <a:cs typeface="Arial"/>
              </a:defRPr>
            </a:lvl9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TOP SCORE: R05C10</a:t>
            </a:r>
          </a:p>
        </p:txBody>
      </p:sp>
      <p:sp>
        <p:nvSpPr>
          <p:cNvPr id="16" name="">
            <a:extLst xmlns:a="http://schemas.openxmlformats.org/drawingml/2006/main">
              <a:ext uri="{FF2B5EF4-FFF2-40B4-BE49-F238E27FC236}">
                <a16:creationId xmlns:a16="http://schemas.microsoft.com/office/drawing/2014/main" id="{5EAE414E-EE46-43ED-A2F5-8EFAB06D0621}"/>
              </a:ext>
            </a:extLst>
          </p:cNvPr>
          <p:cNvSpPr>
            <a:spLocks xmlns:a="http://schemas.openxmlformats.org/drawingml/2006/main" noGrp="1"/>
          </p:cNvSpPr>
          <p:nvPr/>
        </p:nvSpPr>
        <p:spPr>
          <a:xfrm xmlns:a="http://schemas.openxmlformats.org/drawingml/2006/main">
            <a:off x="6229350" y="5543550"/>
            <a:ext cx="5372100" cy="704850"/>
          </a:xfrm>
          <a:prstGeom xmlns:a="http://schemas.openxmlformats.org/drawingml/2006/main" prst="roundRect">
            <a:avLst>
              <a:gd name="adj" fmla="val 13514"/>
            </a:avLst>
          </a:prstGeom>
          <a:solidFill xmlns:a="http://schemas.openxmlformats.org/drawingml/2006/main">
            <a:srgbClr val="113646"/>
          </a:solidFill>
          <a:ln xmlns:a="http://schemas.openxmlformats.org/drawingml/2006/main" w="9525">
            <a:solidFill>
              <a:srgbClr val="31505F"/>
            </a:solidFill>
            <a:prstDash val="solid"/>
          </a:ln>
        </p:spPr>
      </p:sp>
      <p:sp>
        <p:nvSpPr>
          <p:cNvPr id="17" name="">
            <a:extLst xmlns:a="http://schemas.openxmlformats.org/drawingml/2006/main">
              <a:ext uri="{FF2B5EF4-FFF2-40B4-BE49-F238E27FC236}">
                <a16:creationId xmlns:a16="http://schemas.microsoft.com/office/drawing/2014/main" id="{F52CE2C4-71B3-4124-843B-6D8A96995B56}"/>
              </a:ext>
            </a:extLst>
          </p:cNvPr>
          <p:cNvSpPr>
            <a:spLocks xmlns:a="http://schemas.openxmlformats.org/drawingml/2006/main" noGrp="1"/>
          </p:cNvSpPr>
          <p:nvPr/>
        </p:nvSpPr>
        <p:spPr>
          <a:xfrm xmlns:a="http://schemas.openxmlformats.org/drawingml/2006/main">
            <a:off x="6438900" y="5648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defRPr sz="1200" b="1">
                <a:solidFill>
                  <a:srgbClr val="F3F6F2"/>
                </a:solidFill>
                <a:latin typeface="Arial"/>
                <a:ea typeface="Arial"/>
                <a:cs typeface="Arial"/>
              </a:defRPr>
            </a:lvl1pPr>
            <a:lvl2pPr algn="l">
              <a:defRPr sz="1200" b="1">
                <a:solidFill>
                  <a:srgbClr val="F3F6F2"/>
                </a:solidFill>
                <a:latin typeface="Arial"/>
                <a:ea typeface="Arial"/>
                <a:cs typeface="Arial"/>
              </a:defRPr>
            </a:lvl2pPr>
            <a:lvl3pPr algn="l">
              <a:defRPr sz="1200" b="1">
                <a:solidFill>
                  <a:srgbClr val="F3F6F2"/>
                </a:solidFill>
                <a:latin typeface="Arial"/>
                <a:ea typeface="Arial"/>
                <a:cs typeface="Arial"/>
              </a:defRPr>
            </a:lvl3pPr>
            <a:lvl4pPr algn="l">
              <a:defRPr sz="1200" b="1">
                <a:solidFill>
                  <a:srgbClr val="F3F6F2"/>
                </a:solidFill>
                <a:latin typeface="Arial"/>
                <a:ea typeface="Arial"/>
                <a:cs typeface="Arial"/>
              </a:defRPr>
            </a:lvl4pPr>
            <a:lvl5pPr algn="l">
              <a:defRPr sz="1200" b="1">
                <a:solidFill>
                  <a:srgbClr val="F3F6F2"/>
                </a:solidFill>
                <a:latin typeface="Arial"/>
                <a:ea typeface="Arial"/>
                <a:cs typeface="Arial"/>
              </a:defRPr>
            </a:lvl5pPr>
            <a:lvl6pPr algn="l">
              <a:defRPr sz="1200" b="1">
                <a:solidFill>
                  <a:srgbClr val="F3F6F2"/>
                </a:solidFill>
                <a:latin typeface="Arial"/>
                <a:ea typeface="Arial"/>
                <a:cs typeface="Arial"/>
              </a:defRPr>
            </a:lvl6pPr>
            <a:lvl7pPr algn="l">
              <a:defRPr sz="1200" b="1">
                <a:solidFill>
                  <a:srgbClr val="F3F6F2"/>
                </a:solidFill>
                <a:latin typeface="Arial"/>
                <a:ea typeface="Arial"/>
                <a:cs typeface="Arial"/>
              </a:defRPr>
            </a:lvl7pPr>
            <a:lvl8pPr algn="l">
              <a:defRPr sz="1200" b="1">
                <a:solidFill>
                  <a:srgbClr val="F3F6F2"/>
                </a:solidFill>
                <a:latin typeface="Arial"/>
                <a:ea typeface="Arial"/>
                <a:cs typeface="Arial"/>
              </a:defRPr>
            </a:lvl8pPr>
            <a:lvl9pPr algn="l">
              <a:defRPr sz="1200" b="1">
                <a:solidFill>
                  <a:srgbClr val="F3F6F2"/>
                </a:solidFill>
                <a:latin typeface="Arial"/>
                <a:ea typeface="Arial"/>
                <a:cs typeface="Arial"/>
              </a:defRPr>
            </a:lvl9pPr>
          </a:lstStyle>
          <a:p xmlns:a="http://schemas.openxmlformats.org/drawingml/2006/main">
            <a:pPr algn="l">
              <a:defRPr sz="1200" b="1">
                <a:solidFill>
                  <a:srgbClr val="F3F6F2"/>
                </a:solidFill>
                <a:latin typeface="Arial"/>
                <a:ea typeface="Arial"/>
                <a:cs typeface="Arial"/>
              </a:defRPr>
            </a:pPr>
            <a:r>
              <a:rPr sz="1200" b="1">
                <a:solidFill>
                  <a:srgbClr val="F3F6F2"/>
                </a:solidFill>
                <a:latin typeface="Arial"/>
                <a:ea typeface="Arial"/>
                <a:cs typeface="Arial"/>
              </a:rPr>
              <a:t>The same result is available as a map, a table and GIS files.</a:t>
            </a:r>
          </a:p>
        </p:txBody>
      </p:sp>
    </p:spTree>
    <p:extLst>
      <p:ext uri="{BB962C8B-B14F-4D97-AF65-F5344CB8AC3E}">
        <p14:creationId xmlns:p14="http://schemas.microsoft.com/office/powerpoint/2010/main" val="1869661710"/>
      </p:ext>
    </p:extLst>
  </p:cSld>
</p:sld>
</file>

<file path=ppt/slides/slide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7A84D2F-26D1-4231-AA87-63C6D63557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defRPr sz="1050" b="1">
                <a:solidFill>
                  <a:srgbClr val="1AA58F"/>
                </a:solidFill>
                <a:latin typeface="Arial"/>
                <a:ea typeface="Arial"/>
                <a:cs typeface="Arial"/>
              </a:defRPr>
            </a:lvl1pPr>
            <a:lvl2pPr algn="l">
              <a:defRPr sz="1050" b="1">
                <a:solidFill>
                  <a:srgbClr val="1AA58F"/>
                </a:solidFill>
                <a:latin typeface="Arial"/>
                <a:ea typeface="Arial"/>
                <a:cs typeface="Arial"/>
              </a:defRPr>
            </a:lvl2pPr>
            <a:lvl3pPr algn="l">
              <a:defRPr sz="1050" b="1">
                <a:solidFill>
                  <a:srgbClr val="1AA58F"/>
                </a:solidFill>
                <a:latin typeface="Arial"/>
                <a:ea typeface="Arial"/>
                <a:cs typeface="Arial"/>
              </a:defRPr>
            </a:lvl3pPr>
            <a:lvl4pPr algn="l">
              <a:defRPr sz="1050" b="1">
                <a:solidFill>
                  <a:srgbClr val="1AA58F"/>
                </a:solidFill>
                <a:latin typeface="Arial"/>
                <a:ea typeface="Arial"/>
                <a:cs typeface="Arial"/>
              </a:defRPr>
            </a:lvl4pPr>
            <a:lvl5pPr algn="l">
              <a:defRPr sz="1050" b="1">
                <a:solidFill>
                  <a:srgbClr val="1AA58F"/>
                </a:solidFill>
                <a:latin typeface="Arial"/>
                <a:ea typeface="Arial"/>
                <a:cs typeface="Arial"/>
              </a:defRPr>
            </a:lvl5pPr>
            <a:lvl6pPr algn="l">
              <a:defRPr sz="1050" b="1">
                <a:solidFill>
                  <a:srgbClr val="1AA58F"/>
                </a:solidFill>
                <a:latin typeface="Arial"/>
                <a:ea typeface="Arial"/>
                <a:cs typeface="Arial"/>
              </a:defRPr>
            </a:lvl6pPr>
            <a:lvl7pPr algn="l">
              <a:defRPr sz="1050" b="1">
                <a:solidFill>
                  <a:srgbClr val="1AA58F"/>
                </a:solidFill>
                <a:latin typeface="Arial"/>
                <a:ea typeface="Arial"/>
                <a:cs typeface="Arial"/>
              </a:defRPr>
            </a:lvl7pPr>
            <a:lvl8pPr algn="l">
              <a:defRPr sz="1050" b="1">
                <a:solidFill>
                  <a:srgbClr val="1AA58F"/>
                </a:solidFill>
                <a:latin typeface="Arial"/>
                <a:ea typeface="Arial"/>
                <a:cs typeface="Arial"/>
              </a:defRPr>
            </a:lvl8pPr>
            <a:lvl9pPr algn="l">
              <a:defRPr sz="1050" b="1">
                <a:solidFill>
                  <a:srgbClr val="1AA58F"/>
                </a:solidFill>
                <a:latin typeface="Arial"/>
                <a:ea typeface="Arial"/>
                <a:cs typeface="Arial"/>
              </a:defRPr>
            </a:lvl9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8F6D0951-B3B2-4534-8A12-1CC7C57EA1BF}"/>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defRPr sz="2700" b="1">
                <a:solidFill>
                  <a:srgbClr val="F3F6F2"/>
                </a:solidFill>
                <a:latin typeface="Arial"/>
                <a:ea typeface="Arial"/>
                <a:cs typeface="Arial"/>
              </a:defRPr>
            </a:lvl1pPr>
            <a:lvl2pPr algn="l">
              <a:defRPr sz="2700" b="1">
                <a:solidFill>
                  <a:srgbClr val="F3F6F2"/>
                </a:solidFill>
                <a:latin typeface="Arial"/>
                <a:ea typeface="Arial"/>
                <a:cs typeface="Arial"/>
              </a:defRPr>
            </a:lvl2pPr>
            <a:lvl3pPr algn="l">
              <a:defRPr sz="2700" b="1">
                <a:solidFill>
                  <a:srgbClr val="F3F6F2"/>
                </a:solidFill>
                <a:latin typeface="Arial"/>
                <a:ea typeface="Arial"/>
                <a:cs typeface="Arial"/>
              </a:defRPr>
            </a:lvl3pPr>
            <a:lvl4pPr algn="l">
              <a:defRPr sz="2700" b="1">
                <a:solidFill>
                  <a:srgbClr val="F3F6F2"/>
                </a:solidFill>
                <a:latin typeface="Arial"/>
                <a:ea typeface="Arial"/>
                <a:cs typeface="Arial"/>
              </a:defRPr>
            </a:lvl4pPr>
            <a:lvl5pPr algn="l">
              <a:defRPr sz="2700" b="1">
                <a:solidFill>
                  <a:srgbClr val="F3F6F2"/>
                </a:solidFill>
                <a:latin typeface="Arial"/>
                <a:ea typeface="Arial"/>
                <a:cs typeface="Arial"/>
              </a:defRPr>
            </a:lvl5pPr>
            <a:lvl6pPr algn="l">
              <a:defRPr sz="2700" b="1">
                <a:solidFill>
                  <a:srgbClr val="F3F6F2"/>
                </a:solidFill>
                <a:latin typeface="Arial"/>
                <a:ea typeface="Arial"/>
                <a:cs typeface="Arial"/>
              </a:defRPr>
            </a:lvl6pPr>
            <a:lvl7pPr algn="l">
              <a:defRPr sz="2700" b="1">
                <a:solidFill>
                  <a:srgbClr val="F3F6F2"/>
                </a:solidFill>
                <a:latin typeface="Arial"/>
                <a:ea typeface="Arial"/>
                <a:cs typeface="Arial"/>
              </a:defRPr>
            </a:lvl7pPr>
            <a:lvl8pPr algn="l">
              <a:defRPr sz="2700" b="1">
                <a:solidFill>
                  <a:srgbClr val="F3F6F2"/>
                </a:solidFill>
                <a:latin typeface="Arial"/>
                <a:ea typeface="Arial"/>
                <a:cs typeface="Arial"/>
              </a:defRPr>
            </a:lvl8pPr>
            <a:lvl9pPr algn="l">
              <a:defRPr sz="2700" b="1">
                <a:solidFill>
                  <a:srgbClr val="F3F6F2"/>
                </a:solidFill>
                <a:latin typeface="Arial"/>
                <a:ea typeface="Arial"/>
                <a:cs typeface="Arial"/>
              </a:defRPr>
            </a:lvl9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What the validation tells us</a:t>
            </a:r>
          </a:p>
        </p:txBody>
      </p:sp>
      <p:sp>
        <p:nvSpPr>
          <p:cNvPr id="3" name="">
            <a:extLst xmlns:a="http://schemas.openxmlformats.org/drawingml/2006/main">
              <a:ext uri="{FF2B5EF4-FFF2-40B4-BE49-F238E27FC236}">
                <a16:creationId xmlns:a16="http://schemas.microsoft.com/office/drawing/2014/main" id="{1020BED9-8E4E-4B7F-B19D-C5EDCD00231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defRPr sz="1050" b="1">
                <a:solidFill>
                  <a:srgbClr val="AFC4C6"/>
                </a:solidFill>
                <a:latin typeface="Arial"/>
                <a:ea typeface="Arial"/>
                <a:cs typeface="Arial"/>
              </a:defRPr>
            </a:lvl1pPr>
            <a:lvl2pPr algn="r">
              <a:defRPr sz="1050" b="1">
                <a:solidFill>
                  <a:srgbClr val="AFC4C6"/>
                </a:solidFill>
                <a:latin typeface="Arial"/>
                <a:ea typeface="Arial"/>
                <a:cs typeface="Arial"/>
              </a:defRPr>
            </a:lvl2pPr>
            <a:lvl3pPr algn="r">
              <a:defRPr sz="1050" b="1">
                <a:solidFill>
                  <a:srgbClr val="AFC4C6"/>
                </a:solidFill>
                <a:latin typeface="Arial"/>
                <a:ea typeface="Arial"/>
                <a:cs typeface="Arial"/>
              </a:defRPr>
            </a:lvl3pPr>
            <a:lvl4pPr algn="r">
              <a:defRPr sz="1050" b="1">
                <a:solidFill>
                  <a:srgbClr val="AFC4C6"/>
                </a:solidFill>
                <a:latin typeface="Arial"/>
                <a:ea typeface="Arial"/>
                <a:cs typeface="Arial"/>
              </a:defRPr>
            </a:lvl4pPr>
            <a:lvl5pPr algn="r">
              <a:defRPr sz="1050" b="1">
                <a:solidFill>
                  <a:srgbClr val="AFC4C6"/>
                </a:solidFill>
                <a:latin typeface="Arial"/>
                <a:ea typeface="Arial"/>
                <a:cs typeface="Arial"/>
              </a:defRPr>
            </a:lvl5pPr>
            <a:lvl6pPr algn="r">
              <a:defRPr sz="1050" b="1">
                <a:solidFill>
                  <a:srgbClr val="AFC4C6"/>
                </a:solidFill>
                <a:latin typeface="Arial"/>
                <a:ea typeface="Arial"/>
                <a:cs typeface="Arial"/>
              </a:defRPr>
            </a:lvl6pPr>
            <a:lvl7pPr algn="r">
              <a:defRPr sz="1050" b="1">
                <a:solidFill>
                  <a:srgbClr val="AFC4C6"/>
                </a:solidFill>
                <a:latin typeface="Arial"/>
                <a:ea typeface="Arial"/>
                <a:cs typeface="Arial"/>
              </a:defRPr>
            </a:lvl7pPr>
            <a:lvl8pPr algn="r">
              <a:defRPr sz="1050" b="1">
                <a:solidFill>
                  <a:srgbClr val="AFC4C6"/>
                </a:solidFill>
                <a:latin typeface="Arial"/>
                <a:ea typeface="Arial"/>
                <a:cs typeface="Arial"/>
              </a:defRPr>
            </a:lvl8pPr>
            <a:lvl9pPr algn="r">
              <a:defRPr sz="1050" b="1">
                <a:solidFill>
                  <a:srgbClr val="AFC4C6"/>
                </a:solidFill>
                <a:latin typeface="Arial"/>
                <a:ea typeface="Arial"/>
                <a:cs typeface="Arial"/>
              </a:defRPr>
            </a:lvl9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1465013-EAC2-4FE9-811F-A3DCD42F22D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C1A2895B-111A-467F-BBF9-4B5B2BBB34DF}"/>
              </a:ext>
            </a:extLst>
          </p:cNvPr>
          <p:cNvSpPr>
            <a:spLocks xmlns:a="http://schemas.openxmlformats.org/drawingml/2006/main" noGrp="1"/>
          </p:cNvSpPr>
          <p:nvPr/>
        </p:nvSpPr>
        <p:spPr>
          <a:xfrm xmlns:a="http://schemas.openxmlformats.org/drawingml/2006/main">
            <a:off x="590550" y="15049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CBD0535E-73D3-40CC-813B-62C0BD2CC498}"/>
              </a:ext>
            </a:extLst>
          </p:cNvPr>
          <p:cNvSpPr>
            <a:spLocks xmlns:a="http://schemas.openxmlformats.org/drawingml/2006/main" noGrp="1"/>
          </p:cNvSpPr>
          <p:nvPr/>
        </p:nvSpPr>
        <p:spPr>
          <a:xfrm xmlns:a="http://schemas.openxmlformats.org/drawingml/2006/main">
            <a:off x="762000" y="16192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defRPr sz="2550" b="1">
                <a:solidFill>
                  <a:srgbClr val="1AA58F"/>
                </a:solidFill>
                <a:latin typeface="Arial"/>
                <a:ea typeface="Arial"/>
                <a:cs typeface="Arial"/>
              </a:defRPr>
            </a:lvl1pPr>
            <a:lvl2pPr algn="l">
              <a:defRPr sz="2550" b="1">
                <a:solidFill>
                  <a:srgbClr val="1AA58F"/>
                </a:solidFill>
                <a:latin typeface="Arial"/>
                <a:ea typeface="Arial"/>
                <a:cs typeface="Arial"/>
              </a:defRPr>
            </a:lvl2pPr>
            <a:lvl3pPr algn="l">
              <a:defRPr sz="2550" b="1">
                <a:solidFill>
                  <a:srgbClr val="1AA58F"/>
                </a:solidFill>
                <a:latin typeface="Arial"/>
                <a:ea typeface="Arial"/>
                <a:cs typeface="Arial"/>
              </a:defRPr>
            </a:lvl3pPr>
            <a:lvl4pPr algn="l">
              <a:defRPr sz="2550" b="1">
                <a:solidFill>
                  <a:srgbClr val="1AA58F"/>
                </a:solidFill>
                <a:latin typeface="Arial"/>
                <a:ea typeface="Arial"/>
                <a:cs typeface="Arial"/>
              </a:defRPr>
            </a:lvl4pPr>
            <a:lvl5pPr algn="l">
              <a:defRPr sz="2550" b="1">
                <a:solidFill>
                  <a:srgbClr val="1AA58F"/>
                </a:solidFill>
                <a:latin typeface="Arial"/>
                <a:ea typeface="Arial"/>
                <a:cs typeface="Arial"/>
              </a:defRPr>
            </a:lvl5pPr>
            <a:lvl6pPr algn="l">
              <a:defRPr sz="2550" b="1">
                <a:solidFill>
                  <a:srgbClr val="1AA58F"/>
                </a:solidFill>
                <a:latin typeface="Arial"/>
                <a:ea typeface="Arial"/>
                <a:cs typeface="Arial"/>
              </a:defRPr>
            </a:lvl6pPr>
            <a:lvl7pPr algn="l">
              <a:defRPr sz="2550" b="1">
                <a:solidFill>
                  <a:srgbClr val="1AA58F"/>
                </a:solidFill>
                <a:latin typeface="Arial"/>
                <a:ea typeface="Arial"/>
                <a:cs typeface="Arial"/>
              </a:defRPr>
            </a:lvl7pPr>
            <a:lvl8pPr algn="l">
              <a:defRPr sz="2550" b="1">
                <a:solidFill>
                  <a:srgbClr val="1AA58F"/>
                </a:solidFill>
                <a:latin typeface="Arial"/>
                <a:ea typeface="Arial"/>
                <a:cs typeface="Arial"/>
              </a:defRPr>
            </a:lvl8pPr>
            <a:lvl9pPr algn="l">
              <a:defRPr sz="2550" b="1">
                <a:solidFill>
                  <a:srgbClr val="1AA58F"/>
                </a:solidFill>
                <a:latin typeface="Arial"/>
                <a:ea typeface="Arial"/>
                <a:cs typeface="Arial"/>
              </a:defRPr>
            </a:lvl9pPr>
          </a:lstStyle>
          <a:p xmlns:a="http://schemas.openxmlformats.org/drawingml/2006/main">
            <a:pPr algn="l">
              <a:defRPr sz="2550" b="1">
                <a:solidFill>
                  <a:srgbClr val="1AA58F"/>
                </a:solidFill>
                <a:latin typeface="Arial"/>
                <a:ea typeface="Arial"/>
                <a:cs typeface="Arial"/>
              </a:defRPr>
            </a:pPr>
            <a:r>
              <a:rPr sz="2550" b="1">
                <a:solidFill>
                  <a:srgbClr val="1AA58F"/>
                </a:solidFill>
                <a:latin typeface="Arial"/>
                <a:ea typeface="Arial"/>
                <a:cs typeface="Arial"/>
              </a:rPr>
              <a:t>0.88</a:t>
            </a:r>
          </a:p>
        </p:txBody>
      </p:sp>
      <p:sp>
        <p:nvSpPr>
          <p:cNvPr id="7" name="">
            <a:extLst xmlns:a="http://schemas.openxmlformats.org/drawingml/2006/main">
              <a:ext uri="{FF2B5EF4-FFF2-40B4-BE49-F238E27FC236}">
                <a16:creationId xmlns:a16="http://schemas.microsoft.com/office/drawing/2014/main" id="{C398429F-75DF-4862-A396-AF1E476E0759}"/>
              </a:ext>
            </a:extLst>
          </p:cNvPr>
          <p:cNvSpPr>
            <a:spLocks xmlns:a="http://schemas.openxmlformats.org/drawingml/2006/main" noGrp="1"/>
          </p:cNvSpPr>
          <p:nvPr/>
        </p:nvSpPr>
        <p:spPr>
          <a:xfrm xmlns:a="http://schemas.openxmlformats.org/drawingml/2006/main">
            <a:off x="762000" y="21336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defRPr sz="1050" b="1">
                <a:solidFill>
                  <a:srgbClr val="AFC4C6"/>
                </a:solidFill>
                <a:latin typeface="Arial"/>
                <a:ea typeface="Arial"/>
                <a:cs typeface="Arial"/>
              </a:defRPr>
            </a:lvl1pPr>
            <a:lvl2pPr algn="l">
              <a:defRPr sz="1050" b="1">
                <a:solidFill>
                  <a:srgbClr val="AFC4C6"/>
                </a:solidFill>
                <a:latin typeface="Arial"/>
                <a:ea typeface="Arial"/>
                <a:cs typeface="Arial"/>
              </a:defRPr>
            </a:lvl2pPr>
            <a:lvl3pPr algn="l">
              <a:defRPr sz="1050" b="1">
                <a:solidFill>
                  <a:srgbClr val="AFC4C6"/>
                </a:solidFill>
                <a:latin typeface="Arial"/>
                <a:ea typeface="Arial"/>
                <a:cs typeface="Arial"/>
              </a:defRPr>
            </a:lvl3pPr>
            <a:lvl4pPr algn="l">
              <a:defRPr sz="1050" b="1">
                <a:solidFill>
                  <a:srgbClr val="AFC4C6"/>
                </a:solidFill>
                <a:latin typeface="Arial"/>
                <a:ea typeface="Arial"/>
                <a:cs typeface="Arial"/>
              </a:defRPr>
            </a:lvl4pPr>
            <a:lvl5pPr algn="l">
              <a:defRPr sz="1050" b="1">
                <a:solidFill>
                  <a:srgbClr val="AFC4C6"/>
                </a:solidFill>
                <a:latin typeface="Arial"/>
                <a:ea typeface="Arial"/>
                <a:cs typeface="Arial"/>
              </a:defRPr>
            </a:lvl5pPr>
            <a:lvl6pPr algn="l">
              <a:defRPr sz="1050" b="1">
                <a:solidFill>
                  <a:srgbClr val="AFC4C6"/>
                </a:solidFill>
                <a:latin typeface="Arial"/>
                <a:ea typeface="Arial"/>
                <a:cs typeface="Arial"/>
              </a:defRPr>
            </a:lvl6pPr>
            <a:lvl7pPr algn="l">
              <a:defRPr sz="1050" b="1">
                <a:solidFill>
                  <a:srgbClr val="AFC4C6"/>
                </a:solidFill>
                <a:latin typeface="Arial"/>
                <a:ea typeface="Arial"/>
                <a:cs typeface="Arial"/>
              </a:defRPr>
            </a:lvl7pPr>
            <a:lvl8pPr algn="l">
              <a:defRPr sz="1050" b="1">
                <a:solidFill>
                  <a:srgbClr val="AFC4C6"/>
                </a:solidFill>
                <a:latin typeface="Arial"/>
                <a:ea typeface="Arial"/>
                <a:cs typeface="Arial"/>
              </a:defRPr>
            </a:lvl8pPr>
            <a:lvl9pPr algn="l">
              <a:defRPr sz="1050" b="1">
                <a:solidFill>
                  <a:srgbClr val="AFC4C6"/>
                </a:solidFill>
                <a:latin typeface="Arial"/>
                <a:ea typeface="Arial"/>
                <a:cs typeface="Arial"/>
              </a:defRPr>
            </a:lvl9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F1 AGREEMENT</a:t>
            </a:r>
          </a:p>
        </p:txBody>
      </p:sp>
      <p:sp>
        <p:nvSpPr>
          <p:cNvPr id="8" name="">
            <a:extLst xmlns:a="http://schemas.openxmlformats.org/drawingml/2006/main">
              <a:ext uri="{FF2B5EF4-FFF2-40B4-BE49-F238E27FC236}">
                <a16:creationId xmlns:a16="http://schemas.microsoft.com/office/drawing/2014/main" id="{E25D8105-1190-402B-A4D7-DA3BC803BCD8}"/>
              </a:ext>
            </a:extLst>
          </p:cNvPr>
          <p:cNvSpPr>
            <a:spLocks xmlns:a="http://schemas.openxmlformats.org/drawingml/2006/main" noGrp="1"/>
          </p:cNvSpPr>
          <p:nvPr/>
        </p:nvSpPr>
        <p:spPr>
          <a:xfrm xmlns:a="http://schemas.openxmlformats.org/drawingml/2006/main">
            <a:off x="251460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77765BA8-DD76-415B-908C-50C0C0B78456}"/>
              </a:ext>
            </a:extLst>
          </p:cNvPr>
          <p:cNvSpPr>
            <a:spLocks xmlns:a="http://schemas.openxmlformats.org/drawingml/2006/main" noGrp="1"/>
          </p:cNvSpPr>
          <p:nvPr/>
        </p:nvSpPr>
        <p:spPr>
          <a:xfrm xmlns:a="http://schemas.openxmlformats.org/drawingml/2006/main">
            <a:off x="268605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defRPr sz="2550" b="1">
                <a:solidFill>
                  <a:srgbClr val="6D5DD3"/>
                </a:solidFill>
                <a:latin typeface="Arial"/>
                <a:ea typeface="Arial"/>
                <a:cs typeface="Arial"/>
              </a:defRPr>
            </a:lvl1pPr>
            <a:lvl2pPr algn="l">
              <a:defRPr sz="2550" b="1">
                <a:solidFill>
                  <a:srgbClr val="6D5DD3"/>
                </a:solidFill>
                <a:latin typeface="Arial"/>
                <a:ea typeface="Arial"/>
                <a:cs typeface="Arial"/>
              </a:defRPr>
            </a:lvl2pPr>
            <a:lvl3pPr algn="l">
              <a:defRPr sz="2550" b="1">
                <a:solidFill>
                  <a:srgbClr val="6D5DD3"/>
                </a:solidFill>
                <a:latin typeface="Arial"/>
                <a:ea typeface="Arial"/>
                <a:cs typeface="Arial"/>
              </a:defRPr>
            </a:lvl3pPr>
            <a:lvl4pPr algn="l">
              <a:defRPr sz="2550" b="1">
                <a:solidFill>
                  <a:srgbClr val="6D5DD3"/>
                </a:solidFill>
                <a:latin typeface="Arial"/>
                <a:ea typeface="Arial"/>
                <a:cs typeface="Arial"/>
              </a:defRPr>
            </a:lvl4pPr>
            <a:lvl5pPr algn="l">
              <a:defRPr sz="2550" b="1">
                <a:solidFill>
                  <a:srgbClr val="6D5DD3"/>
                </a:solidFill>
                <a:latin typeface="Arial"/>
                <a:ea typeface="Arial"/>
                <a:cs typeface="Arial"/>
              </a:defRPr>
            </a:lvl5pPr>
            <a:lvl6pPr algn="l">
              <a:defRPr sz="2550" b="1">
                <a:solidFill>
                  <a:srgbClr val="6D5DD3"/>
                </a:solidFill>
                <a:latin typeface="Arial"/>
                <a:ea typeface="Arial"/>
                <a:cs typeface="Arial"/>
              </a:defRPr>
            </a:lvl6pPr>
            <a:lvl7pPr algn="l">
              <a:defRPr sz="2550" b="1">
                <a:solidFill>
                  <a:srgbClr val="6D5DD3"/>
                </a:solidFill>
                <a:latin typeface="Arial"/>
                <a:ea typeface="Arial"/>
                <a:cs typeface="Arial"/>
              </a:defRPr>
            </a:lvl7pPr>
            <a:lvl8pPr algn="l">
              <a:defRPr sz="2550" b="1">
                <a:solidFill>
                  <a:srgbClr val="6D5DD3"/>
                </a:solidFill>
                <a:latin typeface="Arial"/>
                <a:ea typeface="Arial"/>
                <a:cs typeface="Arial"/>
              </a:defRPr>
            </a:lvl8pPr>
            <a:lvl9pPr algn="l">
              <a:defRPr sz="2550" b="1">
                <a:solidFill>
                  <a:srgbClr val="6D5DD3"/>
                </a:solidFill>
                <a:latin typeface="Arial"/>
                <a:ea typeface="Arial"/>
                <a:cs typeface="Arial"/>
              </a:defRPr>
            </a:lvl9pPr>
          </a:lstStyle>
          <a:p xmlns:a="http://schemas.openxmlformats.org/drawingml/2006/main">
            <a:pPr algn="l">
              <a:defRPr sz="2550" b="1">
                <a:solidFill>
                  <a:srgbClr val="6D5DD3"/>
                </a:solidFill>
                <a:latin typeface="Arial"/>
                <a:ea typeface="Arial"/>
                <a:cs typeface="Arial"/>
              </a:defRPr>
            </a:pPr>
            <a:r>
              <a:rPr sz="2550" b="1">
                <a:solidFill>
                  <a:srgbClr val="6D5DD3"/>
                </a:solidFill>
                <a:latin typeface="Arial"/>
                <a:ea typeface="Arial"/>
                <a:cs typeface="Arial"/>
              </a:rPr>
              <a:t>0.78</a:t>
            </a:r>
          </a:p>
        </p:txBody>
      </p:sp>
      <p:sp>
        <p:nvSpPr>
          <p:cNvPr id="10" name="">
            <a:extLst xmlns:a="http://schemas.openxmlformats.org/drawingml/2006/main">
              <a:ext uri="{FF2B5EF4-FFF2-40B4-BE49-F238E27FC236}">
                <a16:creationId xmlns:a16="http://schemas.microsoft.com/office/drawing/2014/main" id="{E80FD1CD-071B-4410-8333-41BB620456A1}"/>
              </a:ext>
            </a:extLst>
          </p:cNvPr>
          <p:cNvSpPr>
            <a:spLocks xmlns:a="http://schemas.openxmlformats.org/drawingml/2006/main" noGrp="1"/>
          </p:cNvSpPr>
          <p:nvPr/>
        </p:nvSpPr>
        <p:spPr>
          <a:xfrm xmlns:a="http://schemas.openxmlformats.org/drawingml/2006/main">
            <a:off x="268605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defRPr sz="1050" b="1">
                <a:solidFill>
                  <a:srgbClr val="AFC4C6"/>
                </a:solidFill>
                <a:latin typeface="Arial"/>
                <a:ea typeface="Arial"/>
                <a:cs typeface="Arial"/>
              </a:defRPr>
            </a:lvl1pPr>
            <a:lvl2pPr algn="l">
              <a:defRPr sz="1050" b="1">
                <a:solidFill>
                  <a:srgbClr val="AFC4C6"/>
                </a:solidFill>
                <a:latin typeface="Arial"/>
                <a:ea typeface="Arial"/>
                <a:cs typeface="Arial"/>
              </a:defRPr>
            </a:lvl2pPr>
            <a:lvl3pPr algn="l">
              <a:defRPr sz="1050" b="1">
                <a:solidFill>
                  <a:srgbClr val="AFC4C6"/>
                </a:solidFill>
                <a:latin typeface="Arial"/>
                <a:ea typeface="Arial"/>
                <a:cs typeface="Arial"/>
              </a:defRPr>
            </a:lvl3pPr>
            <a:lvl4pPr algn="l">
              <a:defRPr sz="1050" b="1">
                <a:solidFill>
                  <a:srgbClr val="AFC4C6"/>
                </a:solidFill>
                <a:latin typeface="Arial"/>
                <a:ea typeface="Arial"/>
                <a:cs typeface="Arial"/>
              </a:defRPr>
            </a:lvl4pPr>
            <a:lvl5pPr algn="l">
              <a:defRPr sz="1050" b="1">
                <a:solidFill>
                  <a:srgbClr val="AFC4C6"/>
                </a:solidFill>
                <a:latin typeface="Arial"/>
                <a:ea typeface="Arial"/>
                <a:cs typeface="Arial"/>
              </a:defRPr>
            </a:lvl5pPr>
            <a:lvl6pPr algn="l">
              <a:defRPr sz="1050" b="1">
                <a:solidFill>
                  <a:srgbClr val="AFC4C6"/>
                </a:solidFill>
                <a:latin typeface="Arial"/>
                <a:ea typeface="Arial"/>
                <a:cs typeface="Arial"/>
              </a:defRPr>
            </a:lvl6pPr>
            <a:lvl7pPr algn="l">
              <a:defRPr sz="1050" b="1">
                <a:solidFill>
                  <a:srgbClr val="AFC4C6"/>
                </a:solidFill>
                <a:latin typeface="Arial"/>
                <a:ea typeface="Arial"/>
                <a:cs typeface="Arial"/>
              </a:defRPr>
            </a:lvl7pPr>
            <a:lvl8pPr algn="l">
              <a:defRPr sz="1050" b="1">
                <a:solidFill>
                  <a:srgbClr val="AFC4C6"/>
                </a:solidFill>
                <a:latin typeface="Arial"/>
                <a:ea typeface="Arial"/>
                <a:cs typeface="Arial"/>
              </a:defRPr>
            </a:lvl8pPr>
            <a:lvl9pPr algn="l">
              <a:defRPr sz="1050" b="1">
                <a:solidFill>
                  <a:srgbClr val="AFC4C6"/>
                </a:solidFill>
                <a:latin typeface="Arial"/>
                <a:ea typeface="Arial"/>
                <a:cs typeface="Arial"/>
              </a:defRPr>
            </a:lvl9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INTERSECTION OVER UNION</a:t>
            </a:r>
          </a:p>
        </p:txBody>
      </p:sp>
      <p:sp>
        <p:nvSpPr>
          <p:cNvPr id="11" name="">
            <a:extLst xmlns:a="http://schemas.openxmlformats.org/drawingml/2006/main">
              <a:ext uri="{FF2B5EF4-FFF2-40B4-BE49-F238E27FC236}">
                <a16:creationId xmlns:a16="http://schemas.microsoft.com/office/drawing/2014/main" id="{B881E1D3-04E1-4E60-8B1B-A21CBEC511A3}"/>
              </a:ext>
            </a:extLst>
          </p:cNvPr>
          <p:cNvSpPr>
            <a:spLocks xmlns:a="http://schemas.openxmlformats.org/drawingml/2006/main" noGrp="1"/>
          </p:cNvSpPr>
          <p:nvPr/>
        </p:nvSpPr>
        <p:spPr>
          <a:xfrm xmlns:a="http://schemas.openxmlformats.org/drawingml/2006/main">
            <a:off x="474345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62495634-BA8D-413D-8972-10B9F4C45E97}"/>
              </a:ext>
            </a:extLst>
          </p:cNvPr>
          <p:cNvSpPr>
            <a:spLocks xmlns:a="http://schemas.openxmlformats.org/drawingml/2006/main" noGrp="1"/>
          </p:cNvSpPr>
          <p:nvPr/>
        </p:nvSpPr>
        <p:spPr>
          <a:xfrm xmlns:a="http://schemas.openxmlformats.org/drawingml/2006/main">
            <a:off x="491490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defRPr sz="2550" b="1">
                <a:solidFill>
                  <a:srgbClr val="E2AD2B"/>
                </a:solidFill>
                <a:latin typeface="Arial"/>
                <a:ea typeface="Arial"/>
                <a:cs typeface="Arial"/>
              </a:defRPr>
            </a:lvl1pPr>
            <a:lvl2pPr algn="l">
              <a:defRPr sz="2550" b="1">
                <a:solidFill>
                  <a:srgbClr val="E2AD2B"/>
                </a:solidFill>
                <a:latin typeface="Arial"/>
                <a:ea typeface="Arial"/>
                <a:cs typeface="Arial"/>
              </a:defRPr>
            </a:lvl2pPr>
            <a:lvl3pPr algn="l">
              <a:defRPr sz="2550" b="1">
                <a:solidFill>
                  <a:srgbClr val="E2AD2B"/>
                </a:solidFill>
                <a:latin typeface="Arial"/>
                <a:ea typeface="Arial"/>
                <a:cs typeface="Arial"/>
              </a:defRPr>
            </a:lvl3pPr>
            <a:lvl4pPr algn="l">
              <a:defRPr sz="2550" b="1">
                <a:solidFill>
                  <a:srgbClr val="E2AD2B"/>
                </a:solidFill>
                <a:latin typeface="Arial"/>
                <a:ea typeface="Arial"/>
                <a:cs typeface="Arial"/>
              </a:defRPr>
            </a:lvl4pPr>
            <a:lvl5pPr algn="l">
              <a:defRPr sz="2550" b="1">
                <a:solidFill>
                  <a:srgbClr val="E2AD2B"/>
                </a:solidFill>
                <a:latin typeface="Arial"/>
                <a:ea typeface="Arial"/>
                <a:cs typeface="Arial"/>
              </a:defRPr>
            </a:lvl5pPr>
            <a:lvl6pPr algn="l">
              <a:defRPr sz="2550" b="1">
                <a:solidFill>
                  <a:srgbClr val="E2AD2B"/>
                </a:solidFill>
                <a:latin typeface="Arial"/>
                <a:ea typeface="Arial"/>
                <a:cs typeface="Arial"/>
              </a:defRPr>
            </a:lvl6pPr>
            <a:lvl7pPr algn="l">
              <a:defRPr sz="2550" b="1">
                <a:solidFill>
                  <a:srgbClr val="E2AD2B"/>
                </a:solidFill>
                <a:latin typeface="Arial"/>
                <a:ea typeface="Arial"/>
                <a:cs typeface="Arial"/>
              </a:defRPr>
            </a:lvl7pPr>
            <a:lvl8pPr algn="l">
              <a:defRPr sz="2550" b="1">
                <a:solidFill>
                  <a:srgbClr val="E2AD2B"/>
                </a:solidFill>
                <a:latin typeface="Arial"/>
                <a:ea typeface="Arial"/>
                <a:cs typeface="Arial"/>
              </a:defRPr>
            </a:lvl8pPr>
            <a:lvl9pPr algn="l">
              <a:defRPr sz="2550" b="1">
                <a:solidFill>
                  <a:srgbClr val="E2AD2B"/>
                </a:solidFill>
                <a:latin typeface="Arial"/>
                <a:ea typeface="Arial"/>
                <a:cs typeface="Arial"/>
              </a:defRPr>
            </a:lvl9pPr>
          </a:lstStyle>
          <a:p xmlns:a="http://schemas.openxmlformats.org/drawingml/2006/main">
            <a:pPr algn="l">
              <a:defRPr sz="2550" b="1">
                <a:solidFill>
                  <a:srgbClr val="E2AD2B"/>
                </a:solidFill>
                <a:latin typeface="Arial"/>
                <a:ea typeface="Arial"/>
                <a:cs typeface="Arial"/>
              </a:defRPr>
            </a:pPr>
            <a:r>
              <a:rPr sz="2550" b="1">
                <a:solidFill>
                  <a:srgbClr val="E2AD2B"/>
                </a:solidFill>
                <a:latin typeface="Arial"/>
                <a:ea typeface="Arial"/>
                <a:cs typeface="Arial"/>
              </a:rPr>
              <a:t>0.89</a:t>
            </a:r>
          </a:p>
        </p:txBody>
      </p:sp>
      <p:sp>
        <p:nvSpPr>
          <p:cNvPr id="13" name="">
            <a:extLst xmlns:a="http://schemas.openxmlformats.org/drawingml/2006/main">
              <a:ext uri="{FF2B5EF4-FFF2-40B4-BE49-F238E27FC236}">
                <a16:creationId xmlns:a16="http://schemas.microsoft.com/office/drawing/2014/main" id="{9AFB6D63-86DC-40E9-BF59-8069FF5A1424}"/>
              </a:ext>
            </a:extLst>
          </p:cNvPr>
          <p:cNvSpPr>
            <a:spLocks xmlns:a="http://schemas.openxmlformats.org/drawingml/2006/main" noGrp="1"/>
          </p:cNvSpPr>
          <p:nvPr/>
        </p:nvSpPr>
        <p:spPr>
          <a:xfrm xmlns:a="http://schemas.openxmlformats.org/drawingml/2006/main">
            <a:off x="491490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defRPr sz="1050" b="1">
                <a:solidFill>
                  <a:srgbClr val="AFC4C6"/>
                </a:solidFill>
                <a:latin typeface="Arial"/>
                <a:ea typeface="Arial"/>
                <a:cs typeface="Arial"/>
              </a:defRPr>
            </a:lvl1pPr>
            <a:lvl2pPr algn="l">
              <a:defRPr sz="1050" b="1">
                <a:solidFill>
                  <a:srgbClr val="AFC4C6"/>
                </a:solidFill>
                <a:latin typeface="Arial"/>
                <a:ea typeface="Arial"/>
                <a:cs typeface="Arial"/>
              </a:defRPr>
            </a:lvl2pPr>
            <a:lvl3pPr algn="l">
              <a:defRPr sz="1050" b="1">
                <a:solidFill>
                  <a:srgbClr val="AFC4C6"/>
                </a:solidFill>
                <a:latin typeface="Arial"/>
                <a:ea typeface="Arial"/>
                <a:cs typeface="Arial"/>
              </a:defRPr>
            </a:lvl3pPr>
            <a:lvl4pPr algn="l">
              <a:defRPr sz="1050" b="1">
                <a:solidFill>
                  <a:srgbClr val="AFC4C6"/>
                </a:solidFill>
                <a:latin typeface="Arial"/>
                <a:ea typeface="Arial"/>
                <a:cs typeface="Arial"/>
              </a:defRPr>
            </a:lvl4pPr>
            <a:lvl5pPr algn="l">
              <a:defRPr sz="1050" b="1">
                <a:solidFill>
                  <a:srgbClr val="AFC4C6"/>
                </a:solidFill>
                <a:latin typeface="Arial"/>
                <a:ea typeface="Arial"/>
                <a:cs typeface="Arial"/>
              </a:defRPr>
            </a:lvl5pPr>
            <a:lvl6pPr algn="l">
              <a:defRPr sz="1050" b="1">
                <a:solidFill>
                  <a:srgbClr val="AFC4C6"/>
                </a:solidFill>
                <a:latin typeface="Arial"/>
                <a:ea typeface="Arial"/>
                <a:cs typeface="Arial"/>
              </a:defRPr>
            </a:lvl6pPr>
            <a:lvl7pPr algn="l">
              <a:defRPr sz="1050" b="1">
                <a:solidFill>
                  <a:srgbClr val="AFC4C6"/>
                </a:solidFill>
                <a:latin typeface="Arial"/>
                <a:ea typeface="Arial"/>
                <a:cs typeface="Arial"/>
              </a:defRPr>
            </a:lvl7pPr>
            <a:lvl8pPr algn="l">
              <a:defRPr sz="1050" b="1">
                <a:solidFill>
                  <a:srgbClr val="AFC4C6"/>
                </a:solidFill>
                <a:latin typeface="Arial"/>
                <a:ea typeface="Arial"/>
                <a:cs typeface="Arial"/>
              </a:defRPr>
            </a:lvl8pPr>
            <a:lvl9pPr algn="l">
              <a:defRPr sz="1050" b="1">
                <a:solidFill>
                  <a:srgbClr val="AFC4C6"/>
                </a:solidFill>
                <a:latin typeface="Arial"/>
                <a:ea typeface="Arial"/>
                <a:cs typeface="Arial"/>
              </a:defRPr>
            </a:lvl9pPr>
          </a:lstStyle>
          <a:p xmlns:a="http://schemas.openxmlformats.org/drawingml/2006/main">
            <a:pPr algn="l">
              <a:defRPr sz="1050" b="1">
                <a:solidFill>
                  <a:srgbClr val="AFC4C6"/>
                </a:solidFill>
                <a:latin typeface="Arial"/>
                <a:ea typeface="Arial"/>
                <a:cs typeface="Arial"/>
              </a:defRPr>
            </a:pPr>
            <a:r>
              <a:rPr sz="1050" b="1">
                <a:solidFill>
                  <a:srgbClr val="AFC4C6"/>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0409CE89-648B-42AB-906B-799D048E51BA}"/>
              </a:ext>
            </a:extLst>
          </p:cNvPr>
          <p:cNvSpPr>
            <a:spLocks xmlns:a="http://schemas.openxmlformats.org/drawingml/2006/main" noGrp="1"/>
          </p:cNvSpPr>
          <p:nvPr/>
        </p:nvSpPr>
        <p:spPr>
          <a:xfrm xmlns:a="http://schemas.openxmlformats.org/drawingml/2006/main">
            <a:off x="7029450" y="1504950"/>
            <a:ext cx="45720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F06449"/>
            </a:solidFill>
            <a:prstDash val="solid"/>
          </a:ln>
        </p:spPr>
      </p:sp>
      <p:sp>
        <p:nvSpPr>
          <p:cNvPr id="15" name="">
            <a:extLst xmlns:a="http://schemas.openxmlformats.org/drawingml/2006/main">
              <a:ext uri="{FF2B5EF4-FFF2-40B4-BE49-F238E27FC236}">
                <a16:creationId xmlns:a16="http://schemas.microsoft.com/office/drawing/2014/main" id="{2D89BAFB-FE0D-4A8B-A1B7-615789F872F9}"/>
              </a:ext>
            </a:extLst>
          </p:cNvPr>
          <p:cNvSpPr>
            <a:spLocks xmlns:a="http://schemas.openxmlformats.org/drawingml/2006/main" noGrp="1"/>
          </p:cNvSpPr>
          <p:nvPr/>
        </p:nvSpPr>
        <p:spPr>
          <a:xfrm xmlns:a="http://schemas.openxmlformats.org/drawingml/2006/main">
            <a:off x="7239000" y="1685925"/>
            <a:ext cx="415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F3F6F2"/>
                </a:solidFill>
                <a:latin typeface="Arial"/>
                <a:ea typeface="Arial"/>
                <a:cs typeface="Arial"/>
              </a:defRPr>
            </a:defPPr>
            <a:lvl1pPr algn="l">
              <a:defRPr sz="1425" b="1">
                <a:solidFill>
                  <a:srgbClr val="F3F6F2"/>
                </a:solidFill>
                <a:latin typeface="Arial"/>
                <a:ea typeface="Arial"/>
                <a:cs typeface="Arial"/>
              </a:defRPr>
            </a:lvl1pPr>
            <a:lvl2pPr algn="l">
              <a:defRPr sz="1425" b="1">
                <a:solidFill>
                  <a:srgbClr val="F3F6F2"/>
                </a:solidFill>
                <a:latin typeface="Arial"/>
                <a:ea typeface="Arial"/>
                <a:cs typeface="Arial"/>
              </a:defRPr>
            </a:lvl2pPr>
            <a:lvl3pPr algn="l">
              <a:defRPr sz="1425" b="1">
                <a:solidFill>
                  <a:srgbClr val="F3F6F2"/>
                </a:solidFill>
                <a:latin typeface="Arial"/>
                <a:ea typeface="Arial"/>
                <a:cs typeface="Arial"/>
              </a:defRPr>
            </a:lvl3pPr>
            <a:lvl4pPr algn="l">
              <a:defRPr sz="1425" b="1">
                <a:solidFill>
                  <a:srgbClr val="F3F6F2"/>
                </a:solidFill>
                <a:latin typeface="Arial"/>
                <a:ea typeface="Arial"/>
                <a:cs typeface="Arial"/>
              </a:defRPr>
            </a:lvl4pPr>
            <a:lvl5pPr algn="l">
              <a:defRPr sz="1425" b="1">
                <a:solidFill>
                  <a:srgbClr val="F3F6F2"/>
                </a:solidFill>
                <a:latin typeface="Arial"/>
                <a:ea typeface="Arial"/>
                <a:cs typeface="Arial"/>
              </a:defRPr>
            </a:lvl5pPr>
            <a:lvl6pPr algn="l">
              <a:defRPr sz="1425" b="1">
                <a:solidFill>
                  <a:srgbClr val="F3F6F2"/>
                </a:solidFill>
                <a:latin typeface="Arial"/>
                <a:ea typeface="Arial"/>
                <a:cs typeface="Arial"/>
              </a:defRPr>
            </a:lvl6pPr>
            <a:lvl7pPr algn="l">
              <a:defRPr sz="1425" b="1">
                <a:solidFill>
                  <a:srgbClr val="F3F6F2"/>
                </a:solidFill>
                <a:latin typeface="Arial"/>
                <a:ea typeface="Arial"/>
                <a:cs typeface="Arial"/>
              </a:defRPr>
            </a:lvl7pPr>
            <a:lvl8pPr algn="l">
              <a:defRPr sz="1425" b="1">
                <a:solidFill>
                  <a:srgbClr val="F3F6F2"/>
                </a:solidFill>
                <a:latin typeface="Arial"/>
                <a:ea typeface="Arial"/>
                <a:cs typeface="Arial"/>
              </a:defRPr>
            </a:lvl8pPr>
            <a:lvl9pPr algn="l">
              <a:defRPr sz="1425" b="1">
                <a:solidFill>
                  <a:srgbClr val="F3F6F2"/>
                </a:solidFill>
                <a:latin typeface="Arial"/>
                <a:ea typeface="Arial"/>
                <a:cs typeface="Arial"/>
              </a:defRPr>
            </a:lvl9pPr>
          </a:lstStyle>
          <a:p xmlns:a="http://schemas.openxmlformats.org/drawingml/2006/main">
            <a:pPr algn="l">
              <a:defRPr sz="1425" b="1">
                <a:solidFill>
                  <a:srgbClr val="F3F6F2"/>
                </a:solidFill>
                <a:latin typeface="Arial"/>
                <a:ea typeface="Arial"/>
                <a:cs typeface="Arial"/>
              </a:defRPr>
            </a:pPr>
            <a:r>
              <a:rPr sz="1425" b="1">
                <a:solidFill>
                  <a:srgbClr val="F3F6F2"/>
                </a:solidFill>
                <a:latin typeface="Arial"/>
                <a:ea typeface="Arial"/>
                <a:cs typeface="Arial"/>
              </a:rPr>
              <a:t>The model matched a separate satellite reference well. This is not the same as field accuracy.</a:t>
            </a:r>
          </a:p>
        </p:txBody>
      </p:sp>
      <p:pic>
        <p:nvPicPr>
          <p:cNvPr id="16" name="">
            <a:extLst xmlns:a="http://schemas.openxmlformats.org/drawingml/2006/main">
              <a:ext uri="{FF2B5EF4-FFF2-40B4-BE49-F238E27FC236}">
                <a16:creationId xmlns:a16="http://schemas.microsoft.com/office/drawing/2014/main" id="{26A82617-FA5B-47A6-93D2-3A20699C48B2}"/>
              </a:ext>
            </a:extLst>
          </p:cNvPr>
          <p:cNvPicPr>
            <a:picLocks xmlns:a="http://schemas.openxmlformats.org/drawingml/2006/main" noChangeAspect="1"/>
          </p:cNvPicPr>
          <p:nvPr/>
        </p:nvPicPr>
        <p:blipFill>
          <a:blip xmlns:r="http://schemas.openxmlformats.org/officeDocument/2006/relationships" xmlns:a="http://schemas.openxmlformats.org/drawingml/2006/main" r:embed="R0223e8f693fa462f"/>
          <a:stretch xmlns:a="http://schemas.openxmlformats.org/drawingml/2006/main"/>
        </p:blipFill>
        <p:spPr>
          <a:xfrm xmlns:a="http://schemas.openxmlformats.org/drawingml/2006/main">
            <a:off x="590550" y="2913104"/>
            <a:ext cx="7010400" cy="2974893"/>
          </a:xfrm>
          <a:prstGeom xmlns:a="http://schemas.openxmlformats.org/drawingml/2006/main" prst="roundRect">
            <a:avLst>
              <a:gd name="adj" fmla="val 2941"/>
            </a:avLst>
          </a:prstGeom>
        </p:spPr>
      </p:pic>
      <p:sp>
        <p:nvSpPr>
          <p:cNvPr id="17" name="">
            <a:extLst xmlns:a="http://schemas.openxmlformats.org/drawingml/2006/main">
              <a:ext uri="{FF2B5EF4-FFF2-40B4-BE49-F238E27FC236}">
                <a16:creationId xmlns:a16="http://schemas.microsoft.com/office/drawing/2014/main" id="{6E53C711-8BCE-4FF9-84CB-C516B06C908C}"/>
              </a:ext>
            </a:extLst>
          </p:cNvPr>
          <p:cNvSpPr>
            <a:spLocks xmlns:a="http://schemas.openxmlformats.org/drawingml/2006/main" noGrp="1"/>
          </p:cNvSpPr>
          <p:nvPr/>
        </p:nvSpPr>
        <p:spPr>
          <a:xfrm xmlns:a="http://schemas.openxmlformats.org/drawingml/2006/main">
            <a:off x="7886700" y="2781300"/>
            <a:ext cx="3714750" cy="3238500"/>
          </a:xfrm>
          <a:prstGeom xmlns:a="http://schemas.openxmlformats.org/drawingml/2006/main" prst="roundRect">
            <a:avLst>
              <a:gd name="adj" fmla="val 4118"/>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AFB3771E-70FA-4866-AB58-F9E6AD9ED744}"/>
              </a:ext>
            </a:extLst>
          </p:cNvPr>
          <p:cNvSpPr>
            <a:spLocks xmlns:a="http://schemas.openxmlformats.org/drawingml/2006/main" noGrp="1"/>
          </p:cNvSpPr>
          <p:nvPr/>
        </p:nvSpPr>
        <p:spPr>
          <a:xfrm xmlns:a="http://schemas.openxmlformats.org/drawingml/2006/main">
            <a:off x="81153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defRPr sz="975" b="1">
                <a:solidFill>
                  <a:srgbClr val="F06449"/>
                </a:solidFill>
                <a:latin typeface="Arial"/>
                <a:ea typeface="Arial"/>
                <a:cs typeface="Arial"/>
              </a:defRPr>
            </a:lvl1pPr>
            <a:lvl2pPr algn="l">
              <a:defRPr sz="975" b="1">
                <a:solidFill>
                  <a:srgbClr val="F06449"/>
                </a:solidFill>
                <a:latin typeface="Arial"/>
                <a:ea typeface="Arial"/>
                <a:cs typeface="Arial"/>
              </a:defRPr>
            </a:lvl2pPr>
            <a:lvl3pPr algn="l">
              <a:defRPr sz="975" b="1">
                <a:solidFill>
                  <a:srgbClr val="F06449"/>
                </a:solidFill>
                <a:latin typeface="Arial"/>
                <a:ea typeface="Arial"/>
                <a:cs typeface="Arial"/>
              </a:defRPr>
            </a:lvl3pPr>
            <a:lvl4pPr algn="l">
              <a:defRPr sz="975" b="1">
                <a:solidFill>
                  <a:srgbClr val="F06449"/>
                </a:solidFill>
                <a:latin typeface="Arial"/>
                <a:ea typeface="Arial"/>
                <a:cs typeface="Arial"/>
              </a:defRPr>
            </a:lvl4pPr>
            <a:lvl5pPr algn="l">
              <a:defRPr sz="975" b="1">
                <a:solidFill>
                  <a:srgbClr val="F06449"/>
                </a:solidFill>
                <a:latin typeface="Arial"/>
                <a:ea typeface="Arial"/>
                <a:cs typeface="Arial"/>
              </a:defRPr>
            </a:lvl5pPr>
            <a:lvl6pPr algn="l">
              <a:defRPr sz="975" b="1">
                <a:solidFill>
                  <a:srgbClr val="F06449"/>
                </a:solidFill>
                <a:latin typeface="Arial"/>
                <a:ea typeface="Arial"/>
                <a:cs typeface="Arial"/>
              </a:defRPr>
            </a:lvl6pPr>
            <a:lvl7pPr algn="l">
              <a:defRPr sz="975" b="1">
                <a:solidFill>
                  <a:srgbClr val="F06449"/>
                </a:solidFill>
                <a:latin typeface="Arial"/>
                <a:ea typeface="Arial"/>
                <a:cs typeface="Arial"/>
              </a:defRPr>
            </a:lvl7pPr>
            <a:lvl8pPr algn="l">
              <a:defRPr sz="975" b="1">
                <a:solidFill>
                  <a:srgbClr val="F06449"/>
                </a:solidFill>
                <a:latin typeface="Arial"/>
                <a:ea typeface="Arial"/>
                <a:cs typeface="Arial"/>
              </a:defRPr>
            </a:lvl8pPr>
            <a:lvl9pPr algn="l">
              <a:defRPr sz="975" b="1">
                <a:solidFill>
                  <a:srgbClr val="F06449"/>
                </a:solidFill>
                <a:latin typeface="Arial"/>
                <a:ea typeface="Arial"/>
                <a:cs typeface="Arial"/>
              </a:defRPr>
            </a:lvl9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MAIN LIMITATIONS</a:t>
            </a:r>
          </a:p>
        </p:txBody>
      </p:sp>
      <p:sp>
        <p:nvSpPr>
          <p:cNvPr id="19" name="">
            <a:extLst xmlns:a="http://schemas.openxmlformats.org/drawingml/2006/main">
              <a:ext uri="{FF2B5EF4-FFF2-40B4-BE49-F238E27FC236}">
                <a16:creationId xmlns:a16="http://schemas.microsoft.com/office/drawing/2014/main" id="{30C5B26E-D35F-4268-8DCC-DE5292CF3C45}"/>
              </a:ext>
            </a:extLst>
          </p:cNvPr>
          <p:cNvSpPr>
            <a:spLocks xmlns:a="http://schemas.openxmlformats.org/drawingml/2006/main" noGrp="1"/>
          </p:cNvSpPr>
          <p:nvPr/>
        </p:nvSpPr>
        <p:spPr>
          <a:xfrm xmlns:a="http://schemas.openxmlformats.org/drawingml/2006/main">
            <a:off x="8115300" y="33909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defRPr sz="1200">
                <a:solidFill>
                  <a:srgbClr val="F3F6F2"/>
                </a:solidFill>
                <a:latin typeface="Arial"/>
                <a:ea typeface="Arial"/>
                <a:cs typeface="Arial"/>
              </a:defRPr>
            </a:lvl1pPr>
            <a:lvl2pPr algn="l">
              <a:defRPr sz="1200">
                <a:solidFill>
                  <a:srgbClr val="F3F6F2"/>
                </a:solidFill>
                <a:latin typeface="Arial"/>
                <a:ea typeface="Arial"/>
                <a:cs typeface="Arial"/>
              </a:defRPr>
            </a:lvl2pPr>
            <a:lvl3pPr algn="l">
              <a:defRPr sz="1200">
                <a:solidFill>
                  <a:srgbClr val="F3F6F2"/>
                </a:solidFill>
                <a:latin typeface="Arial"/>
                <a:ea typeface="Arial"/>
                <a:cs typeface="Arial"/>
              </a:defRPr>
            </a:lvl3pPr>
            <a:lvl4pPr algn="l">
              <a:defRPr sz="1200">
                <a:solidFill>
                  <a:srgbClr val="F3F6F2"/>
                </a:solidFill>
                <a:latin typeface="Arial"/>
                <a:ea typeface="Arial"/>
                <a:cs typeface="Arial"/>
              </a:defRPr>
            </a:lvl4pPr>
            <a:lvl5pPr algn="l">
              <a:defRPr sz="1200">
                <a:solidFill>
                  <a:srgbClr val="F3F6F2"/>
                </a:solidFill>
                <a:latin typeface="Arial"/>
                <a:ea typeface="Arial"/>
                <a:cs typeface="Arial"/>
              </a:defRPr>
            </a:lvl5pPr>
            <a:lvl6pPr algn="l">
              <a:defRPr sz="1200">
                <a:solidFill>
                  <a:srgbClr val="F3F6F2"/>
                </a:solidFill>
                <a:latin typeface="Arial"/>
                <a:ea typeface="Arial"/>
                <a:cs typeface="Arial"/>
              </a:defRPr>
            </a:lvl6pPr>
            <a:lvl7pPr algn="l">
              <a:defRPr sz="1200">
                <a:solidFill>
                  <a:srgbClr val="F3F6F2"/>
                </a:solidFill>
                <a:latin typeface="Arial"/>
                <a:ea typeface="Arial"/>
                <a:cs typeface="Arial"/>
              </a:defRPr>
            </a:lvl7pPr>
            <a:lvl8pPr algn="l">
              <a:defRPr sz="1200">
                <a:solidFill>
                  <a:srgbClr val="F3F6F2"/>
                </a:solidFill>
                <a:latin typeface="Arial"/>
                <a:ea typeface="Arial"/>
                <a:cs typeface="Arial"/>
              </a:defRPr>
            </a:lvl8pPr>
            <a:lvl9pPr algn="l">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Surface temperature is not air temperature or personal heat exposure.</a:t>
            </a:r>
          </a:p>
        </p:txBody>
      </p:sp>
      <p:sp>
        <p:nvSpPr>
          <p:cNvPr id="20" name="">
            <a:extLst xmlns:a="http://schemas.openxmlformats.org/drawingml/2006/main">
              <a:ext uri="{FF2B5EF4-FFF2-40B4-BE49-F238E27FC236}">
                <a16:creationId xmlns:a16="http://schemas.microsoft.com/office/drawing/2014/main" id="{06F0C5E1-0D33-4A88-AE60-D3ED406AD63B}"/>
              </a:ext>
            </a:extLst>
          </p:cNvPr>
          <p:cNvSpPr>
            <a:spLocks xmlns:a="http://schemas.openxmlformats.org/drawingml/2006/main" noGrp="1"/>
          </p:cNvSpPr>
          <p:nvPr/>
        </p:nvSpPr>
        <p:spPr>
          <a:xfrm xmlns:a="http://schemas.openxmlformats.org/drawingml/2006/main">
            <a:off x="8115300" y="40957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defRPr sz="1200">
                <a:solidFill>
                  <a:srgbClr val="F3F6F2"/>
                </a:solidFill>
                <a:latin typeface="Arial"/>
                <a:ea typeface="Arial"/>
                <a:cs typeface="Arial"/>
              </a:defRPr>
            </a:lvl1pPr>
            <a:lvl2pPr algn="l">
              <a:defRPr sz="1200">
                <a:solidFill>
                  <a:srgbClr val="F3F6F2"/>
                </a:solidFill>
                <a:latin typeface="Arial"/>
                <a:ea typeface="Arial"/>
                <a:cs typeface="Arial"/>
              </a:defRPr>
            </a:lvl2pPr>
            <a:lvl3pPr algn="l">
              <a:defRPr sz="1200">
                <a:solidFill>
                  <a:srgbClr val="F3F6F2"/>
                </a:solidFill>
                <a:latin typeface="Arial"/>
                <a:ea typeface="Arial"/>
                <a:cs typeface="Arial"/>
              </a:defRPr>
            </a:lvl3pPr>
            <a:lvl4pPr algn="l">
              <a:defRPr sz="1200">
                <a:solidFill>
                  <a:srgbClr val="F3F6F2"/>
                </a:solidFill>
                <a:latin typeface="Arial"/>
                <a:ea typeface="Arial"/>
                <a:cs typeface="Arial"/>
              </a:defRPr>
            </a:lvl4pPr>
            <a:lvl5pPr algn="l">
              <a:defRPr sz="1200">
                <a:solidFill>
                  <a:srgbClr val="F3F6F2"/>
                </a:solidFill>
                <a:latin typeface="Arial"/>
                <a:ea typeface="Arial"/>
                <a:cs typeface="Arial"/>
              </a:defRPr>
            </a:lvl5pPr>
            <a:lvl6pPr algn="l">
              <a:defRPr sz="1200">
                <a:solidFill>
                  <a:srgbClr val="F3F6F2"/>
                </a:solidFill>
                <a:latin typeface="Arial"/>
                <a:ea typeface="Arial"/>
                <a:cs typeface="Arial"/>
              </a:defRPr>
            </a:lvl6pPr>
            <a:lvl7pPr algn="l">
              <a:defRPr sz="1200">
                <a:solidFill>
                  <a:srgbClr val="F3F6F2"/>
                </a:solidFill>
                <a:latin typeface="Arial"/>
                <a:ea typeface="Arial"/>
                <a:cs typeface="Arial"/>
              </a:defRPr>
            </a:lvl7pPr>
            <a:lvl8pPr algn="l">
              <a:defRPr sz="1200">
                <a:solidFill>
                  <a:srgbClr val="F3F6F2"/>
                </a:solidFill>
                <a:latin typeface="Arial"/>
                <a:ea typeface="Arial"/>
                <a:cs typeface="Arial"/>
              </a:defRPr>
            </a:lvl8pPr>
            <a:lvl9pPr algn="l">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WorldPop is an estimate, not a current population or worker count.</a:t>
            </a:r>
          </a:p>
        </p:txBody>
      </p:sp>
      <p:sp>
        <p:nvSpPr>
          <p:cNvPr id="21" name="">
            <a:extLst xmlns:a="http://schemas.openxmlformats.org/drawingml/2006/main">
              <a:ext uri="{FF2B5EF4-FFF2-40B4-BE49-F238E27FC236}">
                <a16:creationId xmlns:a16="http://schemas.microsoft.com/office/drawing/2014/main" id="{64A4325D-C1CB-4EDB-B7D4-6C36B09C7F9C}"/>
              </a:ext>
            </a:extLst>
          </p:cNvPr>
          <p:cNvSpPr>
            <a:spLocks xmlns:a="http://schemas.openxmlformats.org/drawingml/2006/main" noGrp="1"/>
          </p:cNvSpPr>
          <p:nvPr/>
        </p:nvSpPr>
        <p:spPr>
          <a:xfrm xmlns:a="http://schemas.openxmlformats.org/drawingml/2006/main">
            <a:off x="8115300" y="47053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defRPr sz="1200">
                <a:solidFill>
                  <a:srgbClr val="F3F6F2"/>
                </a:solidFill>
                <a:latin typeface="Arial"/>
                <a:ea typeface="Arial"/>
                <a:cs typeface="Arial"/>
              </a:defRPr>
            </a:lvl1pPr>
            <a:lvl2pPr algn="l">
              <a:defRPr sz="1200">
                <a:solidFill>
                  <a:srgbClr val="F3F6F2"/>
                </a:solidFill>
                <a:latin typeface="Arial"/>
                <a:ea typeface="Arial"/>
                <a:cs typeface="Arial"/>
              </a:defRPr>
            </a:lvl2pPr>
            <a:lvl3pPr algn="l">
              <a:defRPr sz="1200">
                <a:solidFill>
                  <a:srgbClr val="F3F6F2"/>
                </a:solidFill>
                <a:latin typeface="Arial"/>
                <a:ea typeface="Arial"/>
                <a:cs typeface="Arial"/>
              </a:defRPr>
            </a:lvl3pPr>
            <a:lvl4pPr algn="l">
              <a:defRPr sz="1200">
                <a:solidFill>
                  <a:srgbClr val="F3F6F2"/>
                </a:solidFill>
                <a:latin typeface="Arial"/>
                <a:ea typeface="Arial"/>
                <a:cs typeface="Arial"/>
              </a:defRPr>
            </a:lvl4pPr>
            <a:lvl5pPr algn="l">
              <a:defRPr sz="1200">
                <a:solidFill>
                  <a:srgbClr val="F3F6F2"/>
                </a:solidFill>
                <a:latin typeface="Arial"/>
                <a:ea typeface="Arial"/>
                <a:cs typeface="Arial"/>
              </a:defRPr>
            </a:lvl5pPr>
            <a:lvl6pPr algn="l">
              <a:defRPr sz="1200">
                <a:solidFill>
                  <a:srgbClr val="F3F6F2"/>
                </a:solidFill>
                <a:latin typeface="Arial"/>
                <a:ea typeface="Arial"/>
                <a:cs typeface="Arial"/>
              </a:defRPr>
            </a:lvl6pPr>
            <a:lvl7pPr algn="l">
              <a:defRPr sz="1200">
                <a:solidFill>
                  <a:srgbClr val="F3F6F2"/>
                </a:solidFill>
                <a:latin typeface="Arial"/>
                <a:ea typeface="Arial"/>
                <a:cs typeface="Arial"/>
              </a:defRPr>
            </a:lvl7pPr>
            <a:lvl8pPr algn="l">
              <a:defRPr sz="1200">
                <a:solidFill>
                  <a:srgbClr val="F3F6F2"/>
                </a:solidFill>
                <a:latin typeface="Arial"/>
                <a:ea typeface="Arial"/>
                <a:cs typeface="Arial"/>
              </a:defRPr>
            </a:lvl8pPr>
            <a:lvl9pPr algn="l">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Bright desert and roofs can still confuse the model.</a:t>
            </a:r>
          </a:p>
        </p:txBody>
      </p:sp>
      <p:sp>
        <p:nvSpPr>
          <p:cNvPr id="22" name="">
            <a:extLst xmlns:a="http://schemas.openxmlformats.org/drawingml/2006/main">
              <a:ext uri="{FF2B5EF4-FFF2-40B4-BE49-F238E27FC236}">
                <a16:creationId xmlns:a16="http://schemas.microsoft.com/office/drawing/2014/main" id="{A9FAFBDA-FA14-4468-AEFD-2C33E7FE5F59}"/>
              </a:ext>
            </a:extLst>
          </p:cNvPr>
          <p:cNvSpPr>
            <a:spLocks xmlns:a="http://schemas.openxmlformats.org/drawingml/2006/main" noGrp="1"/>
          </p:cNvSpPr>
          <p:nvPr/>
        </p:nvSpPr>
        <p:spPr>
          <a:xfrm xmlns:a="http://schemas.openxmlformats.org/drawingml/2006/main">
            <a:off x="8115300" y="5276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defRPr sz="1200">
                <a:solidFill>
                  <a:srgbClr val="F3F6F2"/>
                </a:solidFill>
                <a:latin typeface="Arial"/>
                <a:ea typeface="Arial"/>
                <a:cs typeface="Arial"/>
              </a:defRPr>
            </a:lvl1pPr>
            <a:lvl2pPr algn="l">
              <a:defRPr sz="1200">
                <a:solidFill>
                  <a:srgbClr val="F3F6F2"/>
                </a:solidFill>
                <a:latin typeface="Arial"/>
                <a:ea typeface="Arial"/>
                <a:cs typeface="Arial"/>
              </a:defRPr>
            </a:lvl2pPr>
            <a:lvl3pPr algn="l">
              <a:defRPr sz="1200">
                <a:solidFill>
                  <a:srgbClr val="F3F6F2"/>
                </a:solidFill>
                <a:latin typeface="Arial"/>
                <a:ea typeface="Arial"/>
                <a:cs typeface="Arial"/>
              </a:defRPr>
            </a:lvl3pPr>
            <a:lvl4pPr algn="l">
              <a:defRPr sz="1200">
                <a:solidFill>
                  <a:srgbClr val="F3F6F2"/>
                </a:solidFill>
                <a:latin typeface="Arial"/>
                <a:ea typeface="Arial"/>
                <a:cs typeface="Arial"/>
              </a:defRPr>
            </a:lvl4pPr>
            <a:lvl5pPr algn="l">
              <a:defRPr sz="1200">
                <a:solidFill>
                  <a:srgbClr val="F3F6F2"/>
                </a:solidFill>
                <a:latin typeface="Arial"/>
                <a:ea typeface="Arial"/>
                <a:cs typeface="Arial"/>
              </a:defRPr>
            </a:lvl5pPr>
            <a:lvl6pPr algn="l">
              <a:defRPr sz="1200">
                <a:solidFill>
                  <a:srgbClr val="F3F6F2"/>
                </a:solidFill>
                <a:latin typeface="Arial"/>
                <a:ea typeface="Arial"/>
                <a:cs typeface="Arial"/>
              </a:defRPr>
            </a:lvl6pPr>
            <a:lvl7pPr algn="l">
              <a:defRPr sz="1200">
                <a:solidFill>
                  <a:srgbClr val="F3F6F2"/>
                </a:solidFill>
                <a:latin typeface="Arial"/>
                <a:ea typeface="Arial"/>
                <a:cs typeface="Arial"/>
              </a:defRPr>
            </a:lvl7pPr>
            <a:lvl8pPr algn="l">
              <a:defRPr sz="1200">
                <a:solidFill>
                  <a:srgbClr val="F3F6F2"/>
                </a:solidFill>
                <a:latin typeface="Arial"/>
                <a:ea typeface="Arial"/>
                <a:cs typeface="Arial"/>
              </a:defRPr>
            </a:lvl8pPr>
            <a:lvl9pPr algn="l">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 real user still needs to review the score weights.</a:t>
            </a:r>
          </a:p>
        </p:txBody>
      </p:sp>
    </p:spTree>
    <p:extLst>
      <p:ext uri="{BB962C8B-B14F-4D97-AF65-F5344CB8AC3E}">
        <p14:creationId xmlns:p14="http://schemas.microsoft.com/office/powerpoint/2010/main" val="517216802"/>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FD5FE6-7A2B-4163-BD4B-775FB0FEE29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defRPr sz="1050" b="1">
                <a:solidFill>
                  <a:srgbClr val="1AA58F"/>
                </a:solidFill>
                <a:latin typeface="Arial"/>
                <a:ea typeface="Arial"/>
                <a:cs typeface="Arial"/>
              </a:defRPr>
            </a:lvl1pPr>
            <a:lvl2pPr algn="l">
              <a:defRPr sz="1050" b="1">
                <a:solidFill>
                  <a:srgbClr val="1AA58F"/>
                </a:solidFill>
                <a:latin typeface="Arial"/>
                <a:ea typeface="Arial"/>
                <a:cs typeface="Arial"/>
              </a:defRPr>
            </a:lvl2pPr>
            <a:lvl3pPr algn="l">
              <a:defRPr sz="1050" b="1">
                <a:solidFill>
                  <a:srgbClr val="1AA58F"/>
                </a:solidFill>
                <a:latin typeface="Arial"/>
                <a:ea typeface="Arial"/>
                <a:cs typeface="Arial"/>
              </a:defRPr>
            </a:lvl3pPr>
            <a:lvl4pPr algn="l">
              <a:defRPr sz="1050" b="1">
                <a:solidFill>
                  <a:srgbClr val="1AA58F"/>
                </a:solidFill>
                <a:latin typeface="Arial"/>
                <a:ea typeface="Arial"/>
                <a:cs typeface="Arial"/>
              </a:defRPr>
            </a:lvl4pPr>
            <a:lvl5pPr algn="l">
              <a:defRPr sz="1050" b="1">
                <a:solidFill>
                  <a:srgbClr val="1AA58F"/>
                </a:solidFill>
                <a:latin typeface="Arial"/>
                <a:ea typeface="Arial"/>
                <a:cs typeface="Arial"/>
              </a:defRPr>
            </a:lvl5pPr>
            <a:lvl6pPr algn="l">
              <a:defRPr sz="1050" b="1">
                <a:solidFill>
                  <a:srgbClr val="1AA58F"/>
                </a:solidFill>
                <a:latin typeface="Arial"/>
                <a:ea typeface="Arial"/>
                <a:cs typeface="Arial"/>
              </a:defRPr>
            </a:lvl6pPr>
            <a:lvl7pPr algn="l">
              <a:defRPr sz="1050" b="1">
                <a:solidFill>
                  <a:srgbClr val="1AA58F"/>
                </a:solidFill>
                <a:latin typeface="Arial"/>
                <a:ea typeface="Arial"/>
                <a:cs typeface="Arial"/>
              </a:defRPr>
            </a:lvl7pPr>
            <a:lvl8pPr algn="l">
              <a:defRPr sz="1050" b="1">
                <a:solidFill>
                  <a:srgbClr val="1AA58F"/>
                </a:solidFill>
                <a:latin typeface="Arial"/>
                <a:ea typeface="Arial"/>
                <a:cs typeface="Arial"/>
              </a:defRPr>
            </a:lvl8pPr>
            <a:lvl9pPr algn="l">
              <a:defRPr sz="1050" b="1">
                <a:solidFill>
                  <a:srgbClr val="1AA58F"/>
                </a:solidFill>
                <a:latin typeface="Arial"/>
                <a:ea typeface="Arial"/>
                <a:cs typeface="Arial"/>
              </a:defRPr>
            </a:lvl9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DIFFERENCE</a:t>
            </a:r>
          </a:p>
        </p:txBody>
      </p:sp>
      <p:sp>
        <p:nvSpPr>
          <p:cNvPr id="2" name="">
            <a:extLst xmlns:a="http://schemas.openxmlformats.org/drawingml/2006/main">
              <a:ext uri="{FF2B5EF4-FFF2-40B4-BE49-F238E27FC236}">
                <a16:creationId xmlns:a16="http://schemas.microsoft.com/office/drawing/2014/main" id="{5FA2513D-95EC-480A-9D43-8DC4D08FEF0B}"/>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defRPr sz="2700" b="1">
                <a:solidFill>
                  <a:srgbClr val="F3F6F2"/>
                </a:solidFill>
                <a:latin typeface="Arial"/>
                <a:ea typeface="Arial"/>
                <a:cs typeface="Arial"/>
              </a:defRPr>
            </a:lvl1pPr>
            <a:lvl2pPr algn="l">
              <a:defRPr sz="2700" b="1">
                <a:solidFill>
                  <a:srgbClr val="F3F6F2"/>
                </a:solidFill>
                <a:latin typeface="Arial"/>
                <a:ea typeface="Arial"/>
                <a:cs typeface="Arial"/>
              </a:defRPr>
            </a:lvl2pPr>
            <a:lvl3pPr algn="l">
              <a:defRPr sz="2700" b="1">
                <a:solidFill>
                  <a:srgbClr val="F3F6F2"/>
                </a:solidFill>
                <a:latin typeface="Arial"/>
                <a:ea typeface="Arial"/>
                <a:cs typeface="Arial"/>
              </a:defRPr>
            </a:lvl3pPr>
            <a:lvl4pPr algn="l">
              <a:defRPr sz="2700" b="1">
                <a:solidFill>
                  <a:srgbClr val="F3F6F2"/>
                </a:solidFill>
                <a:latin typeface="Arial"/>
                <a:ea typeface="Arial"/>
                <a:cs typeface="Arial"/>
              </a:defRPr>
            </a:lvl4pPr>
            <a:lvl5pPr algn="l">
              <a:defRPr sz="2700" b="1">
                <a:solidFill>
                  <a:srgbClr val="F3F6F2"/>
                </a:solidFill>
                <a:latin typeface="Arial"/>
                <a:ea typeface="Arial"/>
                <a:cs typeface="Arial"/>
              </a:defRPr>
            </a:lvl5pPr>
            <a:lvl6pPr algn="l">
              <a:defRPr sz="2700" b="1">
                <a:solidFill>
                  <a:srgbClr val="F3F6F2"/>
                </a:solidFill>
                <a:latin typeface="Arial"/>
                <a:ea typeface="Arial"/>
                <a:cs typeface="Arial"/>
              </a:defRPr>
            </a:lvl6pPr>
            <a:lvl7pPr algn="l">
              <a:defRPr sz="2700" b="1">
                <a:solidFill>
                  <a:srgbClr val="F3F6F2"/>
                </a:solidFill>
                <a:latin typeface="Arial"/>
                <a:ea typeface="Arial"/>
                <a:cs typeface="Arial"/>
              </a:defRPr>
            </a:lvl7pPr>
            <a:lvl8pPr algn="l">
              <a:defRPr sz="2700" b="1">
                <a:solidFill>
                  <a:srgbClr val="F3F6F2"/>
                </a:solidFill>
                <a:latin typeface="Arial"/>
                <a:ea typeface="Arial"/>
                <a:cs typeface="Arial"/>
              </a:defRPr>
            </a:lvl8pPr>
            <a:lvl9pPr algn="l">
              <a:defRPr sz="2700" b="1">
                <a:solidFill>
                  <a:srgbClr val="F3F6F2"/>
                </a:solidFill>
                <a:latin typeface="Arial"/>
                <a:ea typeface="Arial"/>
                <a:cs typeface="Arial"/>
              </a:defRPr>
            </a:lvl9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What is different about our approach</a:t>
            </a:r>
          </a:p>
        </p:txBody>
      </p:sp>
      <p:sp>
        <p:nvSpPr>
          <p:cNvPr id="3" name="">
            <a:extLst xmlns:a="http://schemas.openxmlformats.org/drawingml/2006/main">
              <a:ext uri="{FF2B5EF4-FFF2-40B4-BE49-F238E27FC236}">
                <a16:creationId xmlns:a16="http://schemas.microsoft.com/office/drawing/2014/main" id="{A7CC9035-8208-4151-A13B-C25259C5C83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defRPr sz="1050" b="1">
                <a:solidFill>
                  <a:srgbClr val="AFC4C6"/>
                </a:solidFill>
                <a:latin typeface="Arial"/>
                <a:ea typeface="Arial"/>
                <a:cs typeface="Arial"/>
              </a:defRPr>
            </a:lvl1pPr>
            <a:lvl2pPr algn="r">
              <a:defRPr sz="1050" b="1">
                <a:solidFill>
                  <a:srgbClr val="AFC4C6"/>
                </a:solidFill>
                <a:latin typeface="Arial"/>
                <a:ea typeface="Arial"/>
                <a:cs typeface="Arial"/>
              </a:defRPr>
            </a:lvl2pPr>
            <a:lvl3pPr algn="r">
              <a:defRPr sz="1050" b="1">
                <a:solidFill>
                  <a:srgbClr val="AFC4C6"/>
                </a:solidFill>
                <a:latin typeface="Arial"/>
                <a:ea typeface="Arial"/>
                <a:cs typeface="Arial"/>
              </a:defRPr>
            </a:lvl3pPr>
            <a:lvl4pPr algn="r">
              <a:defRPr sz="1050" b="1">
                <a:solidFill>
                  <a:srgbClr val="AFC4C6"/>
                </a:solidFill>
                <a:latin typeface="Arial"/>
                <a:ea typeface="Arial"/>
                <a:cs typeface="Arial"/>
              </a:defRPr>
            </a:lvl4pPr>
            <a:lvl5pPr algn="r">
              <a:defRPr sz="1050" b="1">
                <a:solidFill>
                  <a:srgbClr val="AFC4C6"/>
                </a:solidFill>
                <a:latin typeface="Arial"/>
                <a:ea typeface="Arial"/>
                <a:cs typeface="Arial"/>
              </a:defRPr>
            </a:lvl5pPr>
            <a:lvl6pPr algn="r">
              <a:defRPr sz="1050" b="1">
                <a:solidFill>
                  <a:srgbClr val="AFC4C6"/>
                </a:solidFill>
                <a:latin typeface="Arial"/>
                <a:ea typeface="Arial"/>
                <a:cs typeface="Arial"/>
              </a:defRPr>
            </a:lvl6pPr>
            <a:lvl7pPr algn="r">
              <a:defRPr sz="1050" b="1">
                <a:solidFill>
                  <a:srgbClr val="AFC4C6"/>
                </a:solidFill>
                <a:latin typeface="Arial"/>
                <a:ea typeface="Arial"/>
                <a:cs typeface="Arial"/>
              </a:defRPr>
            </a:lvl7pPr>
            <a:lvl8pPr algn="r">
              <a:defRPr sz="1050" b="1">
                <a:solidFill>
                  <a:srgbClr val="AFC4C6"/>
                </a:solidFill>
                <a:latin typeface="Arial"/>
                <a:ea typeface="Arial"/>
                <a:cs typeface="Arial"/>
              </a:defRPr>
            </a:lvl8pPr>
            <a:lvl9pPr algn="r">
              <a:defRPr sz="1050" b="1">
                <a:solidFill>
                  <a:srgbClr val="AFC4C6"/>
                </a:solidFill>
                <a:latin typeface="Arial"/>
                <a:ea typeface="Arial"/>
                <a:cs typeface="Arial"/>
              </a:defRPr>
            </a:lvl9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B108633-9392-4628-B76D-1ACC3CD8A490}"/>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30A79530-AE87-4E2C-8E05-992A27ED5A62}"/>
              </a:ext>
            </a:extLst>
          </p:cNvPr>
          <p:cNvPicPr>
            <a:picLocks xmlns:a="http://schemas.openxmlformats.org/drawingml/2006/main" noChangeAspect="1"/>
          </p:cNvPicPr>
          <p:nvPr/>
        </p:nvPicPr>
        <p:blipFill>
          <a:blip xmlns:r="http://schemas.openxmlformats.org/officeDocument/2006/relationships" xmlns:a="http://schemas.openxmlformats.org/drawingml/2006/main" r:embed="Rc8aea9332bfd4210"/>
          <a:stretch xmlns:a="http://schemas.openxmlformats.org/drawingml/2006/main"/>
        </p:blipFill>
        <p:spPr>
          <a:xfrm xmlns:a="http://schemas.openxmlformats.org/drawingml/2006/main">
            <a:off x="590550" y="1964391"/>
            <a:ext cx="6477000" cy="2576793"/>
          </a:xfrm>
          <a:prstGeom xmlns:a="http://schemas.openxmlformats.org/drawingml/2006/main" prst="roundRect">
            <a:avLst>
              <a:gd name="adj" fmla="val 2817"/>
            </a:avLst>
          </a:prstGeom>
        </p:spPr>
      </p:pic>
      <p:sp>
        <p:nvSpPr>
          <p:cNvPr id="6" name="">
            <a:extLst xmlns:a="http://schemas.openxmlformats.org/drawingml/2006/main">
              <a:ext uri="{FF2B5EF4-FFF2-40B4-BE49-F238E27FC236}">
                <a16:creationId xmlns:a16="http://schemas.microsoft.com/office/drawing/2014/main" id="{E2D46F12-86D7-47BC-8A50-67561E805C64}"/>
              </a:ext>
            </a:extLst>
          </p:cNvPr>
          <p:cNvSpPr>
            <a:spLocks xmlns:a="http://schemas.openxmlformats.org/drawingml/2006/main" noGrp="1"/>
          </p:cNvSpPr>
          <p:nvPr/>
        </p:nvSpPr>
        <p:spPr>
          <a:xfrm xmlns:a="http://schemas.openxmlformats.org/drawingml/2006/main">
            <a:off x="7334250" y="1562100"/>
            <a:ext cx="4267200" cy="3381375"/>
          </a:xfrm>
          <a:prstGeom xmlns:a="http://schemas.openxmlformats.org/drawingml/2006/main" prst="roundRect">
            <a:avLst>
              <a:gd name="adj" fmla="val 3944"/>
            </a:avLst>
          </a:prstGeom>
          <a:solidFill xmlns:a="http://schemas.openxmlformats.org/drawingml/2006/main">
            <a:srgbClr val="113646"/>
          </a:solidFill>
          <a:ln xmlns:a="http://schemas.openxmlformats.org/drawingml/2006/main" w="9525">
            <a:solidFill>
              <a:srgbClr val="31505F"/>
            </a:solidFill>
            <a:prstDash val="solid"/>
          </a:ln>
        </p:spPr>
      </p:sp>
      <p:sp>
        <p:nvSpPr>
          <p:cNvPr id="7" name="">
            <a:extLst xmlns:a="http://schemas.openxmlformats.org/drawingml/2006/main">
              <a:ext uri="{FF2B5EF4-FFF2-40B4-BE49-F238E27FC236}">
                <a16:creationId xmlns:a16="http://schemas.microsoft.com/office/drawing/2014/main" id="{7EC9BA80-266B-4427-9035-7D9CDFA65029}"/>
              </a:ext>
            </a:extLst>
          </p:cNvPr>
          <p:cNvSpPr>
            <a:spLocks xmlns:a="http://schemas.openxmlformats.org/drawingml/2006/main" noGrp="1"/>
          </p:cNvSpPr>
          <p:nvPr/>
        </p:nvSpPr>
        <p:spPr>
          <a:xfrm xmlns:a="http://schemas.openxmlformats.org/drawingml/2006/main">
            <a:off x="758190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defRPr sz="975" b="1">
                <a:solidFill>
                  <a:srgbClr val="1AA58F"/>
                </a:solidFill>
                <a:latin typeface="Arial"/>
                <a:ea typeface="Arial"/>
                <a:cs typeface="Arial"/>
              </a:defRPr>
            </a:lvl1pPr>
            <a:lvl2pPr algn="l">
              <a:defRPr sz="975" b="1">
                <a:solidFill>
                  <a:srgbClr val="1AA58F"/>
                </a:solidFill>
                <a:latin typeface="Arial"/>
                <a:ea typeface="Arial"/>
                <a:cs typeface="Arial"/>
              </a:defRPr>
            </a:lvl2pPr>
            <a:lvl3pPr algn="l">
              <a:defRPr sz="975" b="1">
                <a:solidFill>
                  <a:srgbClr val="1AA58F"/>
                </a:solidFill>
                <a:latin typeface="Arial"/>
                <a:ea typeface="Arial"/>
                <a:cs typeface="Arial"/>
              </a:defRPr>
            </a:lvl3pPr>
            <a:lvl4pPr algn="l">
              <a:defRPr sz="975" b="1">
                <a:solidFill>
                  <a:srgbClr val="1AA58F"/>
                </a:solidFill>
                <a:latin typeface="Arial"/>
                <a:ea typeface="Arial"/>
                <a:cs typeface="Arial"/>
              </a:defRPr>
            </a:lvl4pPr>
            <a:lvl5pPr algn="l">
              <a:defRPr sz="975" b="1">
                <a:solidFill>
                  <a:srgbClr val="1AA58F"/>
                </a:solidFill>
                <a:latin typeface="Arial"/>
                <a:ea typeface="Arial"/>
                <a:cs typeface="Arial"/>
              </a:defRPr>
            </a:lvl5pPr>
            <a:lvl6pPr algn="l">
              <a:defRPr sz="975" b="1">
                <a:solidFill>
                  <a:srgbClr val="1AA58F"/>
                </a:solidFill>
                <a:latin typeface="Arial"/>
                <a:ea typeface="Arial"/>
                <a:cs typeface="Arial"/>
              </a:defRPr>
            </a:lvl6pPr>
            <a:lvl7pPr algn="l">
              <a:defRPr sz="975" b="1">
                <a:solidFill>
                  <a:srgbClr val="1AA58F"/>
                </a:solidFill>
                <a:latin typeface="Arial"/>
                <a:ea typeface="Arial"/>
                <a:cs typeface="Arial"/>
              </a:defRPr>
            </a:lvl7pPr>
            <a:lvl8pPr algn="l">
              <a:defRPr sz="975" b="1">
                <a:solidFill>
                  <a:srgbClr val="1AA58F"/>
                </a:solidFill>
                <a:latin typeface="Arial"/>
                <a:ea typeface="Arial"/>
                <a:cs typeface="Arial"/>
              </a:defRPr>
            </a:lvl8pPr>
            <a:lvl9pPr algn="l">
              <a:defRPr sz="975" b="1">
                <a:solidFill>
                  <a:srgbClr val="1AA58F"/>
                </a:solidFill>
                <a:latin typeface="Arial"/>
                <a:ea typeface="Arial"/>
                <a:cs typeface="Arial"/>
              </a:defRPr>
            </a:lvl9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THREE CHECKS</a:t>
            </a:r>
          </a:p>
        </p:txBody>
      </p:sp>
      <p:sp>
        <p:nvSpPr>
          <p:cNvPr id="8" name="">
            <a:extLst xmlns:a="http://schemas.openxmlformats.org/drawingml/2006/main">
              <a:ext uri="{FF2B5EF4-FFF2-40B4-BE49-F238E27FC236}">
                <a16:creationId xmlns:a16="http://schemas.microsoft.com/office/drawing/2014/main" id="{C362E6B9-B927-4975-B5D8-05066B43271B}"/>
              </a:ext>
            </a:extLst>
          </p:cNvPr>
          <p:cNvSpPr>
            <a:spLocks xmlns:a="http://schemas.openxmlformats.org/drawingml/2006/main" noGrp="1"/>
          </p:cNvSpPr>
          <p:nvPr/>
        </p:nvSpPr>
        <p:spPr>
          <a:xfrm xmlns:a="http://schemas.openxmlformats.org/drawingml/2006/main">
            <a:off x="7581900" y="22098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defRPr sz="1350">
                <a:solidFill>
                  <a:srgbClr val="F3F6F2"/>
                </a:solidFill>
                <a:latin typeface="Arial"/>
                <a:ea typeface="Arial"/>
                <a:cs typeface="Arial"/>
              </a:defRPr>
            </a:lvl1pPr>
            <a:lvl2pPr algn="l">
              <a:defRPr sz="1350">
                <a:solidFill>
                  <a:srgbClr val="F3F6F2"/>
                </a:solidFill>
                <a:latin typeface="Arial"/>
                <a:ea typeface="Arial"/>
                <a:cs typeface="Arial"/>
              </a:defRPr>
            </a:lvl2pPr>
            <a:lvl3pPr algn="l">
              <a:defRPr sz="1350">
                <a:solidFill>
                  <a:srgbClr val="F3F6F2"/>
                </a:solidFill>
                <a:latin typeface="Arial"/>
                <a:ea typeface="Arial"/>
                <a:cs typeface="Arial"/>
              </a:defRPr>
            </a:lvl3pPr>
            <a:lvl4pPr algn="l">
              <a:defRPr sz="1350">
                <a:solidFill>
                  <a:srgbClr val="F3F6F2"/>
                </a:solidFill>
                <a:latin typeface="Arial"/>
                <a:ea typeface="Arial"/>
                <a:cs typeface="Arial"/>
              </a:defRPr>
            </a:lvl4pPr>
            <a:lvl5pPr algn="l">
              <a:defRPr sz="1350">
                <a:solidFill>
                  <a:srgbClr val="F3F6F2"/>
                </a:solidFill>
                <a:latin typeface="Arial"/>
                <a:ea typeface="Arial"/>
                <a:cs typeface="Arial"/>
              </a:defRPr>
            </a:lvl5pPr>
            <a:lvl6pPr algn="l">
              <a:defRPr sz="1350">
                <a:solidFill>
                  <a:srgbClr val="F3F6F2"/>
                </a:solidFill>
                <a:latin typeface="Arial"/>
                <a:ea typeface="Arial"/>
                <a:cs typeface="Arial"/>
              </a:defRPr>
            </a:lvl6pPr>
            <a:lvl7pPr algn="l">
              <a:defRPr sz="1350">
                <a:solidFill>
                  <a:srgbClr val="F3F6F2"/>
                </a:solidFill>
                <a:latin typeface="Arial"/>
                <a:ea typeface="Arial"/>
                <a:cs typeface="Arial"/>
              </a:defRPr>
            </a:lvl7pPr>
            <a:lvl8pPr algn="l">
              <a:defRPr sz="1350">
                <a:solidFill>
                  <a:srgbClr val="F3F6F2"/>
                </a:solidFill>
                <a:latin typeface="Arial"/>
                <a:ea typeface="Arial"/>
                <a:cs typeface="Arial"/>
              </a:defRPr>
            </a:lvl8pPr>
            <a:lvl9pPr algn="l">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Annual maps suggest where growth may have happened.</a:t>
            </a:r>
          </a:p>
        </p:txBody>
      </p:sp>
      <p:sp>
        <p:nvSpPr>
          <p:cNvPr id="9" name="">
            <a:extLst xmlns:a="http://schemas.openxmlformats.org/drawingml/2006/main">
              <a:ext uri="{FF2B5EF4-FFF2-40B4-BE49-F238E27FC236}">
                <a16:creationId xmlns:a16="http://schemas.microsoft.com/office/drawing/2014/main" id="{1D860BB5-F7AB-4D48-AE85-FBD861FB0A21}"/>
              </a:ext>
            </a:extLst>
          </p:cNvPr>
          <p:cNvSpPr>
            <a:spLocks xmlns:a="http://schemas.openxmlformats.org/drawingml/2006/main" noGrp="1"/>
          </p:cNvSpPr>
          <p:nvPr/>
        </p:nvSpPr>
        <p:spPr>
          <a:xfrm xmlns:a="http://schemas.openxmlformats.org/drawingml/2006/main">
            <a:off x="7581900" y="2876550"/>
            <a:ext cx="361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defRPr sz="1350">
                <a:solidFill>
                  <a:srgbClr val="F3F6F2"/>
                </a:solidFill>
                <a:latin typeface="Arial"/>
                <a:ea typeface="Arial"/>
                <a:cs typeface="Arial"/>
              </a:defRPr>
            </a:lvl1pPr>
            <a:lvl2pPr algn="l">
              <a:defRPr sz="1350">
                <a:solidFill>
                  <a:srgbClr val="F3F6F2"/>
                </a:solidFill>
                <a:latin typeface="Arial"/>
                <a:ea typeface="Arial"/>
                <a:cs typeface="Arial"/>
              </a:defRPr>
            </a:lvl2pPr>
            <a:lvl3pPr algn="l">
              <a:defRPr sz="1350">
                <a:solidFill>
                  <a:srgbClr val="F3F6F2"/>
                </a:solidFill>
                <a:latin typeface="Arial"/>
                <a:ea typeface="Arial"/>
                <a:cs typeface="Arial"/>
              </a:defRPr>
            </a:lvl3pPr>
            <a:lvl4pPr algn="l">
              <a:defRPr sz="1350">
                <a:solidFill>
                  <a:srgbClr val="F3F6F2"/>
                </a:solidFill>
                <a:latin typeface="Arial"/>
                <a:ea typeface="Arial"/>
                <a:cs typeface="Arial"/>
              </a:defRPr>
            </a:lvl4pPr>
            <a:lvl5pPr algn="l">
              <a:defRPr sz="1350">
                <a:solidFill>
                  <a:srgbClr val="F3F6F2"/>
                </a:solidFill>
                <a:latin typeface="Arial"/>
                <a:ea typeface="Arial"/>
                <a:cs typeface="Arial"/>
              </a:defRPr>
            </a:lvl5pPr>
            <a:lvl6pPr algn="l">
              <a:defRPr sz="1350">
                <a:solidFill>
                  <a:srgbClr val="F3F6F2"/>
                </a:solidFill>
                <a:latin typeface="Arial"/>
                <a:ea typeface="Arial"/>
                <a:cs typeface="Arial"/>
              </a:defRPr>
            </a:lvl6pPr>
            <a:lvl7pPr algn="l">
              <a:defRPr sz="1350">
                <a:solidFill>
                  <a:srgbClr val="F3F6F2"/>
                </a:solidFill>
                <a:latin typeface="Arial"/>
                <a:ea typeface="Arial"/>
                <a:cs typeface="Arial"/>
              </a:defRPr>
            </a:lvl7pPr>
            <a:lvl8pPr algn="l">
              <a:defRPr sz="1350">
                <a:solidFill>
                  <a:srgbClr val="F3F6F2"/>
                </a:solidFill>
                <a:latin typeface="Arial"/>
                <a:ea typeface="Arial"/>
                <a:cs typeface="Arial"/>
              </a:defRPr>
            </a:lvl8pPr>
            <a:lvl9pPr algn="l">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Optical and radar data check the same places.</a:t>
            </a:r>
          </a:p>
        </p:txBody>
      </p:sp>
      <p:sp>
        <p:nvSpPr>
          <p:cNvPr id="10" name="">
            <a:extLst xmlns:a="http://schemas.openxmlformats.org/drawingml/2006/main">
              <a:ext uri="{FF2B5EF4-FFF2-40B4-BE49-F238E27FC236}">
                <a16:creationId xmlns:a16="http://schemas.microsoft.com/office/drawing/2014/main" id="{0AE34ECE-FE2F-4B3E-ACC6-8A9184698696}"/>
              </a:ext>
            </a:extLst>
          </p:cNvPr>
          <p:cNvSpPr>
            <a:spLocks xmlns:a="http://schemas.openxmlformats.org/drawingml/2006/main" noGrp="1"/>
          </p:cNvSpPr>
          <p:nvPr/>
        </p:nvSpPr>
        <p:spPr>
          <a:xfrm xmlns:a="http://schemas.openxmlformats.org/drawingml/2006/main">
            <a:off x="7581900" y="3657600"/>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defRPr sz="1350">
                <a:solidFill>
                  <a:srgbClr val="F3F6F2"/>
                </a:solidFill>
                <a:latin typeface="Arial"/>
                <a:ea typeface="Arial"/>
                <a:cs typeface="Arial"/>
              </a:defRPr>
            </a:lvl1pPr>
            <a:lvl2pPr algn="l">
              <a:defRPr sz="1350">
                <a:solidFill>
                  <a:srgbClr val="F3F6F2"/>
                </a:solidFill>
                <a:latin typeface="Arial"/>
                <a:ea typeface="Arial"/>
                <a:cs typeface="Arial"/>
              </a:defRPr>
            </a:lvl2pPr>
            <a:lvl3pPr algn="l">
              <a:defRPr sz="1350">
                <a:solidFill>
                  <a:srgbClr val="F3F6F2"/>
                </a:solidFill>
                <a:latin typeface="Arial"/>
                <a:ea typeface="Arial"/>
                <a:cs typeface="Arial"/>
              </a:defRPr>
            </a:lvl3pPr>
            <a:lvl4pPr algn="l">
              <a:defRPr sz="1350">
                <a:solidFill>
                  <a:srgbClr val="F3F6F2"/>
                </a:solidFill>
                <a:latin typeface="Arial"/>
                <a:ea typeface="Arial"/>
                <a:cs typeface="Arial"/>
              </a:defRPr>
            </a:lvl4pPr>
            <a:lvl5pPr algn="l">
              <a:defRPr sz="1350">
                <a:solidFill>
                  <a:srgbClr val="F3F6F2"/>
                </a:solidFill>
                <a:latin typeface="Arial"/>
                <a:ea typeface="Arial"/>
                <a:cs typeface="Arial"/>
              </a:defRPr>
            </a:lvl5pPr>
            <a:lvl6pPr algn="l">
              <a:defRPr sz="1350">
                <a:solidFill>
                  <a:srgbClr val="F3F6F2"/>
                </a:solidFill>
                <a:latin typeface="Arial"/>
                <a:ea typeface="Arial"/>
                <a:cs typeface="Arial"/>
              </a:defRPr>
            </a:lvl6pPr>
            <a:lvl7pPr algn="l">
              <a:defRPr sz="1350">
                <a:solidFill>
                  <a:srgbClr val="F3F6F2"/>
                </a:solidFill>
                <a:latin typeface="Arial"/>
                <a:ea typeface="Arial"/>
                <a:cs typeface="Arial"/>
              </a:defRPr>
            </a:lvl7pPr>
            <a:lvl8pPr algn="l">
              <a:defRPr sz="1350">
                <a:solidFill>
                  <a:srgbClr val="F3F6F2"/>
                </a:solidFill>
                <a:latin typeface="Arial"/>
                <a:ea typeface="Arial"/>
                <a:cs typeface="Arial"/>
              </a:defRPr>
            </a:lvl8pPr>
            <a:lvl9pPr algn="l">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Each final score keeps its four parts visible.</a:t>
            </a:r>
          </a:p>
        </p:txBody>
      </p:sp>
      <p:sp>
        <p:nvSpPr>
          <p:cNvPr id="11" name="">
            <a:extLst xmlns:a="http://schemas.openxmlformats.org/drawingml/2006/main">
              <a:ext uri="{FF2B5EF4-FFF2-40B4-BE49-F238E27FC236}">
                <a16:creationId xmlns:a16="http://schemas.microsoft.com/office/drawing/2014/main" id="{D1734CF4-0839-4FD8-8FF1-416EC8EB57FF}"/>
              </a:ext>
            </a:extLst>
          </p:cNvPr>
          <p:cNvSpPr>
            <a:spLocks xmlns:a="http://schemas.openxmlformats.org/drawingml/2006/main" noGrp="1"/>
          </p:cNvSpPr>
          <p:nvPr/>
        </p:nvSpPr>
        <p:spPr>
          <a:xfrm xmlns:a="http://schemas.openxmlformats.org/drawingml/2006/main">
            <a:off x="7581900" y="44386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E2AD2B"/>
                </a:solidFill>
                <a:latin typeface="Arial"/>
                <a:ea typeface="Arial"/>
                <a:cs typeface="Arial"/>
              </a:defRPr>
            </a:defPPr>
            <a:lvl1pPr algn="l">
              <a:defRPr sz="1050" b="1">
                <a:solidFill>
                  <a:srgbClr val="E2AD2B"/>
                </a:solidFill>
                <a:latin typeface="Arial"/>
                <a:ea typeface="Arial"/>
                <a:cs typeface="Arial"/>
              </a:defRPr>
            </a:lvl1pPr>
            <a:lvl2pPr algn="l">
              <a:defRPr sz="1050" b="1">
                <a:solidFill>
                  <a:srgbClr val="E2AD2B"/>
                </a:solidFill>
                <a:latin typeface="Arial"/>
                <a:ea typeface="Arial"/>
                <a:cs typeface="Arial"/>
              </a:defRPr>
            </a:lvl2pPr>
            <a:lvl3pPr algn="l">
              <a:defRPr sz="1050" b="1">
                <a:solidFill>
                  <a:srgbClr val="E2AD2B"/>
                </a:solidFill>
                <a:latin typeface="Arial"/>
                <a:ea typeface="Arial"/>
                <a:cs typeface="Arial"/>
              </a:defRPr>
            </a:lvl3pPr>
            <a:lvl4pPr algn="l">
              <a:defRPr sz="1050" b="1">
                <a:solidFill>
                  <a:srgbClr val="E2AD2B"/>
                </a:solidFill>
                <a:latin typeface="Arial"/>
                <a:ea typeface="Arial"/>
                <a:cs typeface="Arial"/>
              </a:defRPr>
            </a:lvl4pPr>
            <a:lvl5pPr algn="l">
              <a:defRPr sz="1050" b="1">
                <a:solidFill>
                  <a:srgbClr val="E2AD2B"/>
                </a:solidFill>
                <a:latin typeface="Arial"/>
                <a:ea typeface="Arial"/>
                <a:cs typeface="Arial"/>
              </a:defRPr>
            </a:lvl5pPr>
            <a:lvl6pPr algn="l">
              <a:defRPr sz="1050" b="1">
                <a:solidFill>
                  <a:srgbClr val="E2AD2B"/>
                </a:solidFill>
                <a:latin typeface="Arial"/>
                <a:ea typeface="Arial"/>
                <a:cs typeface="Arial"/>
              </a:defRPr>
            </a:lvl6pPr>
            <a:lvl7pPr algn="l">
              <a:defRPr sz="1050" b="1">
                <a:solidFill>
                  <a:srgbClr val="E2AD2B"/>
                </a:solidFill>
                <a:latin typeface="Arial"/>
                <a:ea typeface="Arial"/>
                <a:cs typeface="Arial"/>
              </a:defRPr>
            </a:lvl7pPr>
            <a:lvl8pPr algn="l">
              <a:defRPr sz="1050" b="1">
                <a:solidFill>
                  <a:srgbClr val="E2AD2B"/>
                </a:solidFill>
                <a:latin typeface="Arial"/>
                <a:ea typeface="Arial"/>
                <a:cs typeface="Arial"/>
              </a:defRPr>
            </a:lvl8pPr>
            <a:lvl9pPr algn="l">
              <a:defRPr sz="1050" b="1">
                <a:solidFill>
                  <a:srgbClr val="E2AD2B"/>
                </a:solidFill>
                <a:latin typeface="Arial"/>
                <a:ea typeface="Arial"/>
                <a:cs typeface="Arial"/>
              </a:defRPr>
            </a:lvl9pPr>
          </a:lstStyle>
          <a:p xmlns:a="http://schemas.openxmlformats.org/drawingml/2006/main">
            <a:pPr algn="l">
              <a:defRPr sz="1050" b="1">
                <a:solidFill>
                  <a:srgbClr val="E2AD2B"/>
                </a:solidFill>
                <a:latin typeface="Arial"/>
                <a:ea typeface="Arial"/>
                <a:cs typeface="Arial"/>
              </a:defRPr>
            </a:pPr>
            <a:r>
              <a:rPr sz="1050" b="1">
                <a:solidFill>
                  <a:srgbClr val="E2AD2B"/>
                </a:solidFill>
                <a:latin typeface="Arial"/>
                <a:ea typeface="Arial"/>
                <a:cs typeface="Arial"/>
              </a:rPr>
              <a:t>The Tanager test showed why one built-up index can be misleading in bright desert.</a:t>
            </a:r>
          </a:p>
        </p:txBody>
      </p:sp>
      <p:sp>
        <p:nvSpPr>
          <p:cNvPr id="12" name="">
            <a:extLst xmlns:a="http://schemas.openxmlformats.org/drawingml/2006/main">
              <a:ext uri="{FF2B5EF4-FFF2-40B4-BE49-F238E27FC236}">
                <a16:creationId xmlns:a16="http://schemas.microsoft.com/office/drawing/2014/main" id="{BCD48F82-AF83-45EF-89B2-DF14175A6ECB}"/>
              </a:ext>
            </a:extLst>
          </p:cNvPr>
          <p:cNvSpPr>
            <a:spLocks xmlns:a="http://schemas.openxmlformats.org/drawingml/2006/main" noGrp="1"/>
          </p:cNvSpPr>
          <p:nvPr/>
        </p:nvSpPr>
        <p:spPr>
          <a:xfrm xmlns:a="http://schemas.openxmlformats.org/drawingml/2006/main">
            <a:off x="590550" y="5219700"/>
            <a:ext cx="11010900" cy="990600"/>
          </a:xfrm>
          <a:prstGeom xmlns:a="http://schemas.openxmlformats.org/drawingml/2006/main" prst="roundRect">
            <a:avLst>
              <a:gd name="adj" fmla="val 13462"/>
            </a:avLst>
          </a:prstGeom>
          <a:solidFill xmlns:a="http://schemas.openxmlformats.org/drawingml/2006/main">
            <a:srgbClr val="113646"/>
          </a:solidFill>
          <a:ln xmlns:a="http://schemas.openxmlformats.org/drawingml/2006/main" w="9525">
            <a:solidFill>
              <a:srgbClr val="31505F"/>
            </a:solidFill>
            <a:prstDash val="solid"/>
          </a:ln>
        </p:spPr>
      </p:sp>
      <p:sp>
        <p:nvSpPr>
          <p:cNvPr id="13" name="">
            <a:extLst xmlns:a="http://schemas.openxmlformats.org/drawingml/2006/main">
              <a:ext uri="{FF2B5EF4-FFF2-40B4-BE49-F238E27FC236}">
                <a16:creationId xmlns:a16="http://schemas.microsoft.com/office/drawing/2014/main" id="{4815301D-98A9-4EDF-BA4A-FEF17255E86E}"/>
              </a:ext>
            </a:extLst>
          </p:cNvPr>
          <p:cNvSpPr>
            <a:spLocks xmlns:a="http://schemas.openxmlformats.org/drawingml/2006/main" noGrp="1"/>
          </p:cNvSpPr>
          <p:nvPr/>
        </p:nvSpPr>
        <p:spPr>
          <a:xfrm xmlns:a="http://schemas.openxmlformats.org/drawingml/2006/main">
            <a:off x="838200" y="5429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defRPr sz="975" b="1">
                <a:solidFill>
                  <a:srgbClr val="F06449"/>
                </a:solidFill>
                <a:latin typeface="Arial"/>
                <a:ea typeface="Arial"/>
                <a:cs typeface="Arial"/>
              </a:defRPr>
            </a:lvl1pPr>
            <a:lvl2pPr algn="l">
              <a:defRPr sz="975" b="1">
                <a:solidFill>
                  <a:srgbClr val="F06449"/>
                </a:solidFill>
                <a:latin typeface="Arial"/>
                <a:ea typeface="Arial"/>
                <a:cs typeface="Arial"/>
              </a:defRPr>
            </a:lvl2pPr>
            <a:lvl3pPr algn="l">
              <a:defRPr sz="975" b="1">
                <a:solidFill>
                  <a:srgbClr val="F06449"/>
                </a:solidFill>
                <a:latin typeface="Arial"/>
                <a:ea typeface="Arial"/>
                <a:cs typeface="Arial"/>
              </a:defRPr>
            </a:lvl3pPr>
            <a:lvl4pPr algn="l">
              <a:defRPr sz="975" b="1">
                <a:solidFill>
                  <a:srgbClr val="F06449"/>
                </a:solidFill>
                <a:latin typeface="Arial"/>
                <a:ea typeface="Arial"/>
                <a:cs typeface="Arial"/>
              </a:defRPr>
            </a:lvl4pPr>
            <a:lvl5pPr algn="l">
              <a:defRPr sz="975" b="1">
                <a:solidFill>
                  <a:srgbClr val="F06449"/>
                </a:solidFill>
                <a:latin typeface="Arial"/>
                <a:ea typeface="Arial"/>
                <a:cs typeface="Arial"/>
              </a:defRPr>
            </a:lvl5pPr>
            <a:lvl6pPr algn="l">
              <a:defRPr sz="975" b="1">
                <a:solidFill>
                  <a:srgbClr val="F06449"/>
                </a:solidFill>
                <a:latin typeface="Arial"/>
                <a:ea typeface="Arial"/>
                <a:cs typeface="Arial"/>
              </a:defRPr>
            </a:lvl6pPr>
            <a:lvl7pPr algn="l">
              <a:defRPr sz="975" b="1">
                <a:solidFill>
                  <a:srgbClr val="F06449"/>
                </a:solidFill>
                <a:latin typeface="Arial"/>
                <a:ea typeface="Arial"/>
                <a:cs typeface="Arial"/>
              </a:defRPr>
            </a:lvl7pPr>
            <a:lvl8pPr algn="l">
              <a:defRPr sz="975" b="1">
                <a:solidFill>
                  <a:srgbClr val="F06449"/>
                </a:solidFill>
                <a:latin typeface="Arial"/>
                <a:ea typeface="Arial"/>
                <a:cs typeface="Arial"/>
              </a:defRPr>
            </a:lvl8pPr>
            <a:lvl9pPr algn="l">
              <a:defRPr sz="975" b="1">
                <a:solidFill>
                  <a:srgbClr val="F06449"/>
                </a:solidFill>
                <a:latin typeface="Arial"/>
                <a:ea typeface="Arial"/>
                <a:cs typeface="Arial"/>
              </a:defRPr>
            </a:lvl9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WHY IT HELPS</a:t>
            </a:r>
          </a:p>
        </p:txBody>
      </p:sp>
      <p:sp>
        <p:nvSpPr>
          <p:cNvPr id="14" name="">
            <a:extLst xmlns:a="http://schemas.openxmlformats.org/drawingml/2006/main">
              <a:ext uri="{FF2B5EF4-FFF2-40B4-BE49-F238E27FC236}">
                <a16:creationId xmlns:a16="http://schemas.microsoft.com/office/drawing/2014/main" id="{41015C48-7FB2-4A85-8424-6E750D654802}"/>
              </a:ext>
            </a:extLst>
          </p:cNvPr>
          <p:cNvSpPr>
            <a:spLocks xmlns:a="http://schemas.openxmlformats.org/drawingml/2006/main" noGrp="1"/>
          </p:cNvSpPr>
          <p:nvPr/>
        </p:nvSpPr>
        <p:spPr>
          <a:xfrm xmlns:a="http://schemas.openxmlformats.org/drawingml/2006/main">
            <a:off x="2571750" y="5372100"/>
            <a:ext cx="866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3F6F2"/>
                </a:solidFill>
                <a:latin typeface="Arial"/>
                <a:ea typeface="Arial"/>
                <a:cs typeface="Arial"/>
              </a:defRPr>
            </a:defPPr>
            <a:lvl1pPr algn="l">
              <a:defRPr sz="1575" b="1">
                <a:solidFill>
                  <a:srgbClr val="F3F6F2"/>
                </a:solidFill>
                <a:latin typeface="Arial"/>
                <a:ea typeface="Arial"/>
                <a:cs typeface="Arial"/>
              </a:defRPr>
            </a:lvl1pPr>
            <a:lvl2pPr algn="l">
              <a:defRPr sz="1575" b="1">
                <a:solidFill>
                  <a:srgbClr val="F3F6F2"/>
                </a:solidFill>
                <a:latin typeface="Arial"/>
                <a:ea typeface="Arial"/>
                <a:cs typeface="Arial"/>
              </a:defRPr>
            </a:lvl2pPr>
            <a:lvl3pPr algn="l">
              <a:defRPr sz="1575" b="1">
                <a:solidFill>
                  <a:srgbClr val="F3F6F2"/>
                </a:solidFill>
                <a:latin typeface="Arial"/>
                <a:ea typeface="Arial"/>
                <a:cs typeface="Arial"/>
              </a:defRPr>
            </a:lvl3pPr>
            <a:lvl4pPr algn="l">
              <a:defRPr sz="1575" b="1">
                <a:solidFill>
                  <a:srgbClr val="F3F6F2"/>
                </a:solidFill>
                <a:latin typeface="Arial"/>
                <a:ea typeface="Arial"/>
                <a:cs typeface="Arial"/>
              </a:defRPr>
            </a:lvl4pPr>
            <a:lvl5pPr algn="l">
              <a:defRPr sz="1575" b="1">
                <a:solidFill>
                  <a:srgbClr val="F3F6F2"/>
                </a:solidFill>
                <a:latin typeface="Arial"/>
                <a:ea typeface="Arial"/>
                <a:cs typeface="Arial"/>
              </a:defRPr>
            </a:lvl5pPr>
            <a:lvl6pPr algn="l">
              <a:defRPr sz="1575" b="1">
                <a:solidFill>
                  <a:srgbClr val="F3F6F2"/>
                </a:solidFill>
                <a:latin typeface="Arial"/>
                <a:ea typeface="Arial"/>
                <a:cs typeface="Arial"/>
              </a:defRPr>
            </a:lvl6pPr>
            <a:lvl7pPr algn="l">
              <a:defRPr sz="1575" b="1">
                <a:solidFill>
                  <a:srgbClr val="F3F6F2"/>
                </a:solidFill>
                <a:latin typeface="Arial"/>
                <a:ea typeface="Arial"/>
                <a:cs typeface="Arial"/>
              </a:defRPr>
            </a:lvl7pPr>
            <a:lvl8pPr algn="l">
              <a:defRPr sz="1575" b="1">
                <a:solidFill>
                  <a:srgbClr val="F3F6F2"/>
                </a:solidFill>
                <a:latin typeface="Arial"/>
                <a:ea typeface="Arial"/>
                <a:cs typeface="Arial"/>
              </a:defRPr>
            </a:lvl8pPr>
            <a:lvl9pPr algn="l">
              <a:defRPr sz="1575" b="1">
                <a:solidFill>
                  <a:srgbClr val="F3F6F2"/>
                </a:solidFill>
                <a:latin typeface="Arial"/>
                <a:ea typeface="Arial"/>
                <a:cs typeface="Arial"/>
              </a:defRPr>
            </a:lvl9pPr>
          </a:lstStyle>
          <a:p xmlns:a="http://schemas.openxmlformats.org/drawingml/2006/main">
            <a:pPr algn="l">
              <a:defRPr sz="1575" b="1">
                <a:solidFill>
                  <a:srgbClr val="F3F6F2"/>
                </a:solidFill>
                <a:latin typeface="Arial"/>
                <a:ea typeface="Arial"/>
                <a:cs typeface="Arial"/>
              </a:defRPr>
            </a:pPr>
            <a:r>
              <a:rPr sz="1575" b="1">
                <a:solidFill>
                  <a:srgbClr val="F3F6F2"/>
                </a:solidFill>
                <a:latin typeface="Arial"/>
                <a:ea typeface="Arial"/>
                <a:cs typeface="Arial"/>
              </a:rPr>
              <a:t>A planner gets one ranked list and can still see the evidence behind each area.</a:t>
            </a:r>
          </a:p>
        </p:txBody>
      </p:sp>
    </p:spTree>
    <p:extLst>
      <p:ext uri="{BB962C8B-B14F-4D97-AF65-F5344CB8AC3E}">
        <p14:creationId xmlns:p14="http://schemas.microsoft.com/office/powerpoint/2010/main" val="1586517085"/>
      </p:ext>
    </p:extLst>
  </p:cSld>
</p:sld>
</file>

<file path=ppt/slides/slide8.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DB1B963-9DF9-4716-BF0C-ED4B8F5855A7}"/>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defRPr sz="1050" b="1">
                <a:solidFill>
                  <a:srgbClr val="1AA58F"/>
                </a:solidFill>
                <a:latin typeface="Arial"/>
                <a:ea typeface="Arial"/>
                <a:cs typeface="Arial"/>
              </a:defRPr>
            </a:lvl1pPr>
            <a:lvl2pPr algn="l">
              <a:defRPr sz="1050" b="1">
                <a:solidFill>
                  <a:srgbClr val="1AA58F"/>
                </a:solidFill>
                <a:latin typeface="Arial"/>
                <a:ea typeface="Arial"/>
                <a:cs typeface="Arial"/>
              </a:defRPr>
            </a:lvl2pPr>
            <a:lvl3pPr algn="l">
              <a:defRPr sz="1050" b="1">
                <a:solidFill>
                  <a:srgbClr val="1AA58F"/>
                </a:solidFill>
                <a:latin typeface="Arial"/>
                <a:ea typeface="Arial"/>
                <a:cs typeface="Arial"/>
              </a:defRPr>
            </a:lvl3pPr>
            <a:lvl4pPr algn="l">
              <a:defRPr sz="1050" b="1">
                <a:solidFill>
                  <a:srgbClr val="1AA58F"/>
                </a:solidFill>
                <a:latin typeface="Arial"/>
                <a:ea typeface="Arial"/>
                <a:cs typeface="Arial"/>
              </a:defRPr>
            </a:lvl4pPr>
            <a:lvl5pPr algn="l">
              <a:defRPr sz="1050" b="1">
                <a:solidFill>
                  <a:srgbClr val="1AA58F"/>
                </a:solidFill>
                <a:latin typeface="Arial"/>
                <a:ea typeface="Arial"/>
                <a:cs typeface="Arial"/>
              </a:defRPr>
            </a:lvl5pPr>
            <a:lvl6pPr algn="l">
              <a:defRPr sz="1050" b="1">
                <a:solidFill>
                  <a:srgbClr val="1AA58F"/>
                </a:solidFill>
                <a:latin typeface="Arial"/>
                <a:ea typeface="Arial"/>
                <a:cs typeface="Arial"/>
              </a:defRPr>
            </a:lvl6pPr>
            <a:lvl7pPr algn="l">
              <a:defRPr sz="1050" b="1">
                <a:solidFill>
                  <a:srgbClr val="1AA58F"/>
                </a:solidFill>
                <a:latin typeface="Arial"/>
                <a:ea typeface="Arial"/>
                <a:cs typeface="Arial"/>
              </a:defRPr>
            </a:lvl7pPr>
            <a:lvl8pPr algn="l">
              <a:defRPr sz="1050" b="1">
                <a:solidFill>
                  <a:srgbClr val="1AA58F"/>
                </a:solidFill>
                <a:latin typeface="Arial"/>
                <a:ea typeface="Arial"/>
                <a:cs typeface="Arial"/>
              </a:defRPr>
            </a:lvl8pPr>
            <a:lvl9pPr algn="l">
              <a:defRPr sz="1050" b="1">
                <a:solidFill>
                  <a:srgbClr val="1AA58F"/>
                </a:solidFill>
                <a:latin typeface="Arial"/>
                <a:ea typeface="Arial"/>
                <a:cs typeface="Arial"/>
              </a:defRPr>
            </a:lvl9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NEXT STEP</a:t>
            </a:r>
          </a:p>
        </p:txBody>
      </p:sp>
      <p:sp>
        <p:nvSpPr>
          <p:cNvPr id="2" name="">
            <a:extLst xmlns:a="http://schemas.openxmlformats.org/drawingml/2006/main">
              <a:ext uri="{FF2B5EF4-FFF2-40B4-BE49-F238E27FC236}">
                <a16:creationId xmlns:a16="http://schemas.microsoft.com/office/drawing/2014/main" id="{619F628E-2AFD-4ECE-9173-2F80E09DD290}"/>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defRPr sz="2700" b="1">
                <a:solidFill>
                  <a:srgbClr val="F3F6F2"/>
                </a:solidFill>
                <a:latin typeface="Arial"/>
                <a:ea typeface="Arial"/>
                <a:cs typeface="Arial"/>
              </a:defRPr>
            </a:lvl1pPr>
            <a:lvl2pPr algn="l">
              <a:defRPr sz="2700" b="1">
                <a:solidFill>
                  <a:srgbClr val="F3F6F2"/>
                </a:solidFill>
                <a:latin typeface="Arial"/>
                <a:ea typeface="Arial"/>
                <a:cs typeface="Arial"/>
              </a:defRPr>
            </a:lvl2pPr>
            <a:lvl3pPr algn="l">
              <a:defRPr sz="2700" b="1">
                <a:solidFill>
                  <a:srgbClr val="F3F6F2"/>
                </a:solidFill>
                <a:latin typeface="Arial"/>
                <a:ea typeface="Arial"/>
                <a:cs typeface="Arial"/>
              </a:defRPr>
            </a:lvl3pPr>
            <a:lvl4pPr algn="l">
              <a:defRPr sz="2700" b="1">
                <a:solidFill>
                  <a:srgbClr val="F3F6F2"/>
                </a:solidFill>
                <a:latin typeface="Arial"/>
                <a:ea typeface="Arial"/>
                <a:cs typeface="Arial"/>
              </a:defRPr>
            </a:lvl4pPr>
            <a:lvl5pPr algn="l">
              <a:defRPr sz="2700" b="1">
                <a:solidFill>
                  <a:srgbClr val="F3F6F2"/>
                </a:solidFill>
                <a:latin typeface="Arial"/>
                <a:ea typeface="Arial"/>
                <a:cs typeface="Arial"/>
              </a:defRPr>
            </a:lvl5pPr>
            <a:lvl6pPr algn="l">
              <a:defRPr sz="2700" b="1">
                <a:solidFill>
                  <a:srgbClr val="F3F6F2"/>
                </a:solidFill>
                <a:latin typeface="Arial"/>
                <a:ea typeface="Arial"/>
                <a:cs typeface="Arial"/>
              </a:defRPr>
            </a:lvl6pPr>
            <a:lvl7pPr algn="l">
              <a:defRPr sz="2700" b="1">
                <a:solidFill>
                  <a:srgbClr val="F3F6F2"/>
                </a:solidFill>
                <a:latin typeface="Arial"/>
                <a:ea typeface="Arial"/>
                <a:cs typeface="Arial"/>
              </a:defRPr>
            </a:lvl7pPr>
            <a:lvl8pPr algn="l">
              <a:defRPr sz="2700" b="1">
                <a:solidFill>
                  <a:srgbClr val="F3F6F2"/>
                </a:solidFill>
                <a:latin typeface="Arial"/>
                <a:ea typeface="Arial"/>
                <a:cs typeface="Arial"/>
              </a:defRPr>
            </a:lvl8pPr>
            <a:lvl9pPr algn="l">
              <a:defRPr sz="2700" b="1">
                <a:solidFill>
                  <a:srgbClr val="F3F6F2"/>
                </a:solidFill>
                <a:latin typeface="Arial"/>
                <a:ea typeface="Arial"/>
                <a:cs typeface="Arial"/>
              </a:defRPr>
            </a:lvl9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How we would test it next</a:t>
            </a:r>
          </a:p>
        </p:txBody>
      </p:sp>
      <p:sp>
        <p:nvSpPr>
          <p:cNvPr id="3" name="">
            <a:extLst xmlns:a="http://schemas.openxmlformats.org/drawingml/2006/main">
              <a:ext uri="{FF2B5EF4-FFF2-40B4-BE49-F238E27FC236}">
                <a16:creationId xmlns:a16="http://schemas.microsoft.com/office/drawing/2014/main" id="{EED12C04-19E6-49C4-9FF6-FCDE13367A5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defRPr sz="1050" b="1">
                <a:solidFill>
                  <a:srgbClr val="AFC4C6"/>
                </a:solidFill>
                <a:latin typeface="Arial"/>
                <a:ea typeface="Arial"/>
                <a:cs typeface="Arial"/>
              </a:defRPr>
            </a:lvl1pPr>
            <a:lvl2pPr algn="r">
              <a:defRPr sz="1050" b="1">
                <a:solidFill>
                  <a:srgbClr val="AFC4C6"/>
                </a:solidFill>
                <a:latin typeface="Arial"/>
                <a:ea typeface="Arial"/>
                <a:cs typeface="Arial"/>
              </a:defRPr>
            </a:lvl2pPr>
            <a:lvl3pPr algn="r">
              <a:defRPr sz="1050" b="1">
                <a:solidFill>
                  <a:srgbClr val="AFC4C6"/>
                </a:solidFill>
                <a:latin typeface="Arial"/>
                <a:ea typeface="Arial"/>
                <a:cs typeface="Arial"/>
              </a:defRPr>
            </a:lvl3pPr>
            <a:lvl4pPr algn="r">
              <a:defRPr sz="1050" b="1">
                <a:solidFill>
                  <a:srgbClr val="AFC4C6"/>
                </a:solidFill>
                <a:latin typeface="Arial"/>
                <a:ea typeface="Arial"/>
                <a:cs typeface="Arial"/>
              </a:defRPr>
            </a:lvl4pPr>
            <a:lvl5pPr algn="r">
              <a:defRPr sz="1050" b="1">
                <a:solidFill>
                  <a:srgbClr val="AFC4C6"/>
                </a:solidFill>
                <a:latin typeface="Arial"/>
                <a:ea typeface="Arial"/>
                <a:cs typeface="Arial"/>
              </a:defRPr>
            </a:lvl5pPr>
            <a:lvl6pPr algn="r">
              <a:defRPr sz="1050" b="1">
                <a:solidFill>
                  <a:srgbClr val="AFC4C6"/>
                </a:solidFill>
                <a:latin typeface="Arial"/>
                <a:ea typeface="Arial"/>
                <a:cs typeface="Arial"/>
              </a:defRPr>
            </a:lvl6pPr>
            <a:lvl7pPr algn="r">
              <a:defRPr sz="1050" b="1">
                <a:solidFill>
                  <a:srgbClr val="AFC4C6"/>
                </a:solidFill>
                <a:latin typeface="Arial"/>
                <a:ea typeface="Arial"/>
                <a:cs typeface="Arial"/>
              </a:defRPr>
            </a:lvl7pPr>
            <a:lvl8pPr algn="r">
              <a:defRPr sz="1050" b="1">
                <a:solidFill>
                  <a:srgbClr val="AFC4C6"/>
                </a:solidFill>
                <a:latin typeface="Arial"/>
                <a:ea typeface="Arial"/>
                <a:cs typeface="Arial"/>
              </a:defRPr>
            </a:lvl8pPr>
            <a:lvl9pPr algn="r">
              <a:defRPr sz="1050" b="1">
                <a:solidFill>
                  <a:srgbClr val="AFC4C6"/>
                </a:solidFill>
                <a:latin typeface="Arial"/>
                <a:ea typeface="Arial"/>
                <a:cs typeface="Arial"/>
              </a:defRPr>
            </a:lvl9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DA3F38C-5196-4DD9-9CE5-7343F9F1AD2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7280FD12-1BBC-4B04-9B6D-C883C167E4A8}"/>
              </a:ext>
            </a:extLst>
          </p:cNvPr>
          <p:cNvSpPr>
            <a:spLocks xmlns:a="http://schemas.openxmlformats.org/drawingml/2006/main" noGrp="1"/>
          </p:cNvSpPr>
          <p:nvPr/>
        </p:nvSpPr>
        <p:spPr>
          <a:xfrm xmlns:a="http://schemas.openxmlformats.org/drawingml/2006/main">
            <a:off x="59055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D5FD5403-D9EB-492F-B5B6-AB048E7A9AA4}"/>
              </a:ext>
            </a:extLst>
          </p:cNvPr>
          <p:cNvSpPr>
            <a:spLocks xmlns:a="http://schemas.openxmlformats.org/drawingml/2006/main" noGrp="1"/>
          </p:cNvSpPr>
          <p:nvPr/>
        </p:nvSpPr>
        <p:spPr>
          <a:xfrm xmlns:a="http://schemas.openxmlformats.org/drawingml/2006/main">
            <a:off x="800100" y="1885950"/>
            <a:ext cx="495300" cy="495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defRPr sz="1650" b="1">
                <a:solidFill>
                  <a:srgbClr val="F3F6F2"/>
                </a:solidFill>
              </a:defRPr>
            </a:lvl1pPr>
            <a:lvl2pPr algn="ctr">
              <a:defRPr sz="1650" b="1">
                <a:solidFill>
                  <a:srgbClr val="F3F6F2"/>
                </a:solidFill>
              </a:defRPr>
            </a:lvl2pPr>
            <a:lvl3pPr algn="ctr">
              <a:defRPr sz="1650" b="1">
                <a:solidFill>
                  <a:srgbClr val="F3F6F2"/>
                </a:solidFill>
              </a:defRPr>
            </a:lvl3pPr>
            <a:lvl4pPr algn="ctr">
              <a:defRPr sz="1650" b="1">
                <a:solidFill>
                  <a:srgbClr val="F3F6F2"/>
                </a:solidFill>
              </a:defRPr>
            </a:lvl4pPr>
            <a:lvl5pPr algn="ctr">
              <a:defRPr sz="1650" b="1">
                <a:solidFill>
                  <a:srgbClr val="F3F6F2"/>
                </a:solidFill>
              </a:defRPr>
            </a:lvl5pPr>
            <a:lvl6pPr algn="ctr">
              <a:defRPr sz="1650" b="1">
                <a:solidFill>
                  <a:srgbClr val="F3F6F2"/>
                </a:solidFill>
              </a:defRPr>
            </a:lvl6pPr>
            <a:lvl7pPr algn="ctr">
              <a:defRPr sz="1650" b="1">
                <a:solidFill>
                  <a:srgbClr val="F3F6F2"/>
                </a:solidFill>
              </a:defRPr>
            </a:lvl7pPr>
            <a:lvl8pPr algn="ctr">
              <a:defRPr sz="1650" b="1">
                <a:solidFill>
                  <a:srgbClr val="F3F6F2"/>
                </a:solidFill>
              </a:defRPr>
            </a:lvl8pPr>
            <a:lvl9pPr algn="ctr">
              <a:defRPr sz="1650" b="1">
                <a:solidFill>
                  <a:srgbClr val="F3F6F2"/>
                </a:solidFill>
              </a:defRPr>
            </a:lvl9pPr>
          </a:lstStyle>
          <a:p xmlns:a="http://schemas.openxmlformats.org/drawingml/2006/main">
            <a:pPr algn="ctr">
              <a:defRPr sz="1650" b="1">
                <a:solidFill>
                  <a:srgbClr val="F3F6F2"/>
                </a:solidFill>
              </a:defRPr>
            </a:pPr>
            <a:r>
              <a:rPr sz="1650" b="1">
                <a:solidFill>
                  <a:srgbClr val="F3F6F2"/>
                </a:solidFill>
              </a:rPr>
              <a:t>1</a:t>
            </a:r>
          </a:p>
        </p:txBody>
      </p:sp>
      <p:sp>
        <p:nvSpPr>
          <p:cNvPr id="7" name="">
            <a:extLst xmlns:a="http://schemas.openxmlformats.org/drawingml/2006/main">
              <a:ext uri="{FF2B5EF4-FFF2-40B4-BE49-F238E27FC236}">
                <a16:creationId xmlns:a16="http://schemas.microsoft.com/office/drawing/2014/main" id="{DBB75A91-1537-4CAE-8FD7-C27475AE6BAC}"/>
              </a:ext>
            </a:extLst>
          </p:cNvPr>
          <p:cNvSpPr>
            <a:spLocks xmlns:a="http://schemas.openxmlformats.org/drawingml/2006/main" noGrp="1"/>
          </p:cNvSpPr>
          <p:nvPr/>
        </p:nvSpPr>
        <p:spPr>
          <a:xfrm xmlns:a="http://schemas.openxmlformats.org/drawingml/2006/main">
            <a:off x="80010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defRPr sz="1950" b="1">
                <a:solidFill>
                  <a:srgbClr val="F3F6F2"/>
                </a:solidFill>
                <a:latin typeface="Arial"/>
                <a:ea typeface="Arial"/>
                <a:cs typeface="Arial"/>
              </a:defRPr>
            </a:lvl1pPr>
            <a:lvl2pPr algn="l">
              <a:defRPr sz="1950" b="1">
                <a:solidFill>
                  <a:srgbClr val="F3F6F2"/>
                </a:solidFill>
                <a:latin typeface="Arial"/>
                <a:ea typeface="Arial"/>
                <a:cs typeface="Arial"/>
              </a:defRPr>
            </a:lvl2pPr>
            <a:lvl3pPr algn="l">
              <a:defRPr sz="1950" b="1">
                <a:solidFill>
                  <a:srgbClr val="F3F6F2"/>
                </a:solidFill>
                <a:latin typeface="Arial"/>
                <a:ea typeface="Arial"/>
                <a:cs typeface="Arial"/>
              </a:defRPr>
            </a:lvl3pPr>
            <a:lvl4pPr algn="l">
              <a:defRPr sz="1950" b="1">
                <a:solidFill>
                  <a:srgbClr val="F3F6F2"/>
                </a:solidFill>
                <a:latin typeface="Arial"/>
                <a:ea typeface="Arial"/>
                <a:cs typeface="Arial"/>
              </a:defRPr>
            </a:lvl4pPr>
            <a:lvl5pPr algn="l">
              <a:defRPr sz="1950" b="1">
                <a:solidFill>
                  <a:srgbClr val="F3F6F2"/>
                </a:solidFill>
                <a:latin typeface="Arial"/>
                <a:ea typeface="Arial"/>
                <a:cs typeface="Arial"/>
              </a:defRPr>
            </a:lvl5pPr>
            <a:lvl6pPr algn="l">
              <a:defRPr sz="1950" b="1">
                <a:solidFill>
                  <a:srgbClr val="F3F6F2"/>
                </a:solidFill>
                <a:latin typeface="Arial"/>
                <a:ea typeface="Arial"/>
                <a:cs typeface="Arial"/>
              </a:defRPr>
            </a:lvl6pPr>
            <a:lvl7pPr algn="l">
              <a:defRPr sz="1950" b="1">
                <a:solidFill>
                  <a:srgbClr val="F3F6F2"/>
                </a:solidFill>
                <a:latin typeface="Arial"/>
                <a:ea typeface="Arial"/>
                <a:cs typeface="Arial"/>
              </a:defRPr>
            </a:lvl7pPr>
            <a:lvl8pPr algn="l">
              <a:defRPr sz="1950" b="1">
                <a:solidFill>
                  <a:srgbClr val="F3F6F2"/>
                </a:solidFill>
                <a:latin typeface="Arial"/>
                <a:ea typeface="Arial"/>
                <a:cs typeface="Arial"/>
              </a:defRPr>
            </a:lvl8pPr>
            <a:lvl9pPr algn="l">
              <a:defRPr sz="1950" b="1">
                <a:solidFill>
                  <a:srgbClr val="F3F6F2"/>
                </a:solidFill>
                <a:latin typeface="Arial"/>
                <a:ea typeface="Arial"/>
                <a:cs typeface="Arial"/>
              </a:defRPr>
            </a:lvl9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Talk to users</a:t>
            </a:r>
          </a:p>
        </p:txBody>
      </p:sp>
      <p:sp>
        <p:nvSpPr>
          <p:cNvPr id="8" name="">
            <a:extLst xmlns:a="http://schemas.openxmlformats.org/drawingml/2006/main">
              <a:ext uri="{FF2B5EF4-FFF2-40B4-BE49-F238E27FC236}">
                <a16:creationId xmlns:a16="http://schemas.microsoft.com/office/drawing/2014/main" id="{50E6D35D-B0F9-400D-9DDE-B454A88C2A9B}"/>
              </a:ext>
            </a:extLst>
          </p:cNvPr>
          <p:cNvSpPr>
            <a:spLocks xmlns:a="http://schemas.openxmlformats.org/drawingml/2006/main" noGrp="1"/>
          </p:cNvSpPr>
          <p:nvPr/>
        </p:nvSpPr>
        <p:spPr>
          <a:xfrm xmlns:a="http://schemas.openxmlformats.org/drawingml/2006/main">
            <a:off x="80010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defRPr sz="1200">
                <a:solidFill>
                  <a:srgbClr val="AFC4C6"/>
                </a:solidFill>
                <a:latin typeface="Arial"/>
                <a:ea typeface="Arial"/>
                <a:cs typeface="Arial"/>
              </a:defRPr>
            </a:lvl1pPr>
            <a:lvl2pPr algn="l">
              <a:defRPr sz="1200">
                <a:solidFill>
                  <a:srgbClr val="AFC4C6"/>
                </a:solidFill>
                <a:latin typeface="Arial"/>
                <a:ea typeface="Arial"/>
                <a:cs typeface="Arial"/>
              </a:defRPr>
            </a:lvl2pPr>
            <a:lvl3pPr algn="l">
              <a:defRPr sz="1200">
                <a:solidFill>
                  <a:srgbClr val="AFC4C6"/>
                </a:solidFill>
                <a:latin typeface="Arial"/>
                <a:ea typeface="Arial"/>
                <a:cs typeface="Arial"/>
              </a:defRPr>
            </a:lvl3pPr>
            <a:lvl4pPr algn="l">
              <a:defRPr sz="1200">
                <a:solidFill>
                  <a:srgbClr val="AFC4C6"/>
                </a:solidFill>
                <a:latin typeface="Arial"/>
                <a:ea typeface="Arial"/>
                <a:cs typeface="Arial"/>
              </a:defRPr>
            </a:lvl4pPr>
            <a:lvl5pPr algn="l">
              <a:defRPr sz="1200">
                <a:solidFill>
                  <a:srgbClr val="AFC4C6"/>
                </a:solidFill>
                <a:latin typeface="Arial"/>
                <a:ea typeface="Arial"/>
                <a:cs typeface="Arial"/>
              </a:defRPr>
            </a:lvl5pPr>
            <a:lvl6pPr algn="l">
              <a:defRPr sz="1200">
                <a:solidFill>
                  <a:srgbClr val="AFC4C6"/>
                </a:solidFill>
                <a:latin typeface="Arial"/>
                <a:ea typeface="Arial"/>
                <a:cs typeface="Arial"/>
              </a:defRPr>
            </a:lvl6pPr>
            <a:lvl7pPr algn="l">
              <a:defRPr sz="1200">
                <a:solidFill>
                  <a:srgbClr val="AFC4C6"/>
                </a:solidFill>
                <a:latin typeface="Arial"/>
                <a:ea typeface="Arial"/>
                <a:cs typeface="Arial"/>
              </a:defRPr>
            </a:lvl7pPr>
            <a:lvl8pPr algn="l">
              <a:defRPr sz="1200">
                <a:solidFill>
                  <a:srgbClr val="AFC4C6"/>
                </a:solidFill>
                <a:latin typeface="Arial"/>
                <a:ea typeface="Arial"/>
                <a:cs typeface="Arial"/>
              </a:defRPr>
            </a:lvl8pPr>
            <a:lvl9pPr algn="l">
              <a:defRPr sz="1200">
                <a:solidFill>
                  <a:srgbClr val="AFC4C6"/>
                </a:solidFill>
                <a:latin typeface="Arial"/>
                <a:ea typeface="Arial"/>
                <a:cs typeface="Arial"/>
              </a:defRPr>
            </a:lvl9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Ask planners and GIS staff how they choose inspection areas today.</a:t>
            </a:r>
          </a:p>
        </p:txBody>
      </p:sp>
      <p:sp>
        <p:nvSpPr>
          <p:cNvPr id="9" name="">
            <a:extLst xmlns:a="http://schemas.openxmlformats.org/drawingml/2006/main">
              <a:ext uri="{FF2B5EF4-FFF2-40B4-BE49-F238E27FC236}">
                <a16:creationId xmlns:a16="http://schemas.microsoft.com/office/drawing/2014/main" id="{37D955D8-8D27-4FCC-9810-7C3A76A6152C}"/>
              </a:ext>
            </a:extLst>
          </p:cNvPr>
          <p:cNvSpPr>
            <a:spLocks xmlns:a="http://schemas.openxmlformats.org/drawingml/2006/main" noGrp="1"/>
          </p:cNvSpPr>
          <p:nvPr/>
        </p:nvSpPr>
        <p:spPr>
          <a:xfrm xmlns:a="http://schemas.openxmlformats.org/drawingml/2006/main">
            <a:off x="334327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5825BD5A-1283-490F-8928-58676203D1B5}"/>
              </a:ext>
            </a:extLst>
          </p:cNvPr>
          <p:cNvSpPr>
            <a:spLocks xmlns:a="http://schemas.openxmlformats.org/drawingml/2006/main" noGrp="1"/>
          </p:cNvSpPr>
          <p:nvPr/>
        </p:nvSpPr>
        <p:spPr>
          <a:xfrm xmlns:a="http://schemas.openxmlformats.org/drawingml/2006/main">
            <a:off x="3552825" y="1885950"/>
            <a:ext cx="495300" cy="495300"/>
          </a:xfrm>
          <a:prstGeom xmlns:a="http://schemas.openxmlformats.org/drawingml/2006/main" prst="ellipse">
            <a:avLst/>
          </a:prstGeom>
          <a:solidFill xmlns:a="http://schemas.openxmlformats.org/drawingml/2006/main">
            <a:srgbClr val="E2AD2B"/>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defRPr sz="1650" b="1">
                <a:solidFill>
                  <a:srgbClr val="F3F6F2"/>
                </a:solidFill>
              </a:defRPr>
            </a:lvl1pPr>
            <a:lvl2pPr algn="ctr">
              <a:defRPr sz="1650" b="1">
                <a:solidFill>
                  <a:srgbClr val="F3F6F2"/>
                </a:solidFill>
              </a:defRPr>
            </a:lvl2pPr>
            <a:lvl3pPr algn="ctr">
              <a:defRPr sz="1650" b="1">
                <a:solidFill>
                  <a:srgbClr val="F3F6F2"/>
                </a:solidFill>
              </a:defRPr>
            </a:lvl3pPr>
            <a:lvl4pPr algn="ctr">
              <a:defRPr sz="1650" b="1">
                <a:solidFill>
                  <a:srgbClr val="F3F6F2"/>
                </a:solidFill>
              </a:defRPr>
            </a:lvl4pPr>
            <a:lvl5pPr algn="ctr">
              <a:defRPr sz="1650" b="1">
                <a:solidFill>
                  <a:srgbClr val="F3F6F2"/>
                </a:solidFill>
              </a:defRPr>
            </a:lvl5pPr>
            <a:lvl6pPr algn="ctr">
              <a:defRPr sz="1650" b="1">
                <a:solidFill>
                  <a:srgbClr val="F3F6F2"/>
                </a:solidFill>
              </a:defRPr>
            </a:lvl6pPr>
            <a:lvl7pPr algn="ctr">
              <a:defRPr sz="1650" b="1">
                <a:solidFill>
                  <a:srgbClr val="F3F6F2"/>
                </a:solidFill>
              </a:defRPr>
            </a:lvl7pPr>
            <a:lvl8pPr algn="ctr">
              <a:defRPr sz="1650" b="1">
                <a:solidFill>
                  <a:srgbClr val="F3F6F2"/>
                </a:solidFill>
              </a:defRPr>
            </a:lvl8pPr>
            <a:lvl9pPr algn="ctr">
              <a:defRPr sz="1650" b="1">
                <a:solidFill>
                  <a:srgbClr val="F3F6F2"/>
                </a:solidFill>
              </a:defRPr>
            </a:lvl9pPr>
          </a:lstStyle>
          <a:p xmlns:a="http://schemas.openxmlformats.org/drawingml/2006/main">
            <a:pPr algn="ctr">
              <a:defRPr sz="1650" b="1">
                <a:solidFill>
                  <a:srgbClr val="F3F6F2"/>
                </a:solidFill>
              </a:defRPr>
            </a:pPr>
            <a:r>
              <a:rPr sz="1650" b="1">
                <a:solidFill>
                  <a:srgbClr val="F3F6F2"/>
                </a:solidFill>
              </a:rPr>
              <a:t>2</a:t>
            </a:r>
          </a:p>
        </p:txBody>
      </p:sp>
      <p:sp>
        <p:nvSpPr>
          <p:cNvPr id="11" name="">
            <a:extLst xmlns:a="http://schemas.openxmlformats.org/drawingml/2006/main">
              <a:ext uri="{FF2B5EF4-FFF2-40B4-BE49-F238E27FC236}">
                <a16:creationId xmlns:a16="http://schemas.microsoft.com/office/drawing/2014/main" id="{98F1D138-ED9E-4793-BC4C-C10437379E36}"/>
              </a:ext>
            </a:extLst>
          </p:cNvPr>
          <p:cNvSpPr>
            <a:spLocks xmlns:a="http://schemas.openxmlformats.org/drawingml/2006/main" noGrp="1"/>
          </p:cNvSpPr>
          <p:nvPr/>
        </p:nvSpPr>
        <p:spPr>
          <a:xfrm xmlns:a="http://schemas.openxmlformats.org/drawingml/2006/main">
            <a:off x="355282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defRPr sz="1950" b="1">
                <a:solidFill>
                  <a:srgbClr val="F3F6F2"/>
                </a:solidFill>
                <a:latin typeface="Arial"/>
                <a:ea typeface="Arial"/>
                <a:cs typeface="Arial"/>
              </a:defRPr>
            </a:lvl1pPr>
            <a:lvl2pPr algn="l">
              <a:defRPr sz="1950" b="1">
                <a:solidFill>
                  <a:srgbClr val="F3F6F2"/>
                </a:solidFill>
                <a:latin typeface="Arial"/>
                <a:ea typeface="Arial"/>
                <a:cs typeface="Arial"/>
              </a:defRPr>
            </a:lvl2pPr>
            <a:lvl3pPr algn="l">
              <a:defRPr sz="1950" b="1">
                <a:solidFill>
                  <a:srgbClr val="F3F6F2"/>
                </a:solidFill>
                <a:latin typeface="Arial"/>
                <a:ea typeface="Arial"/>
                <a:cs typeface="Arial"/>
              </a:defRPr>
            </a:lvl3pPr>
            <a:lvl4pPr algn="l">
              <a:defRPr sz="1950" b="1">
                <a:solidFill>
                  <a:srgbClr val="F3F6F2"/>
                </a:solidFill>
                <a:latin typeface="Arial"/>
                <a:ea typeface="Arial"/>
                <a:cs typeface="Arial"/>
              </a:defRPr>
            </a:lvl4pPr>
            <a:lvl5pPr algn="l">
              <a:defRPr sz="1950" b="1">
                <a:solidFill>
                  <a:srgbClr val="F3F6F2"/>
                </a:solidFill>
                <a:latin typeface="Arial"/>
                <a:ea typeface="Arial"/>
                <a:cs typeface="Arial"/>
              </a:defRPr>
            </a:lvl5pPr>
            <a:lvl6pPr algn="l">
              <a:defRPr sz="1950" b="1">
                <a:solidFill>
                  <a:srgbClr val="F3F6F2"/>
                </a:solidFill>
                <a:latin typeface="Arial"/>
                <a:ea typeface="Arial"/>
                <a:cs typeface="Arial"/>
              </a:defRPr>
            </a:lvl6pPr>
            <a:lvl7pPr algn="l">
              <a:defRPr sz="1950" b="1">
                <a:solidFill>
                  <a:srgbClr val="F3F6F2"/>
                </a:solidFill>
                <a:latin typeface="Arial"/>
                <a:ea typeface="Arial"/>
                <a:cs typeface="Arial"/>
              </a:defRPr>
            </a:lvl7pPr>
            <a:lvl8pPr algn="l">
              <a:defRPr sz="1950" b="1">
                <a:solidFill>
                  <a:srgbClr val="F3F6F2"/>
                </a:solidFill>
                <a:latin typeface="Arial"/>
                <a:ea typeface="Arial"/>
                <a:cs typeface="Arial"/>
              </a:defRPr>
            </a:lvl8pPr>
            <a:lvl9pPr algn="l">
              <a:defRPr sz="1950" b="1">
                <a:solidFill>
                  <a:srgbClr val="F3F6F2"/>
                </a:solidFill>
                <a:latin typeface="Arial"/>
                <a:ea typeface="Arial"/>
                <a:cs typeface="Arial"/>
              </a:defRPr>
            </a:lvl9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Check the top five</a:t>
            </a:r>
          </a:p>
        </p:txBody>
      </p:sp>
      <p:sp>
        <p:nvSpPr>
          <p:cNvPr id="12" name="">
            <a:extLst xmlns:a="http://schemas.openxmlformats.org/drawingml/2006/main">
              <a:ext uri="{FF2B5EF4-FFF2-40B4-BE49-F238E27FC236}">
                <a16:creationId xmlns:a16="http://schemas.microsoft.com/office/drawing/2014/main" id="{CD812E68-6FC3-4FCB-9EBD-643983B2D3FE}"/>
              </a:ext>
            </a:extLst>
          </p:cNvPr>
          <p:cNvSpPr>
            <a:spLocks xmlns:a="http://schemas.openxmlformats.org/drawingml/2006/main" noGrp="1"/>
          </p:cNvSpPr>
          <p:nvPr/>
        </p:nvSpPr>
        <p:spPr>
          <a:xfrm xmlns:a="http://schemas.openxmlformats.org/drawingml/2006/main">
            <a:off x="355282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defRPr sz="1200">
                <a:solidFill>
                  <a:srgbClr val="AFC4C6"/>
                </a:solidFill>
                <a:latin typeface="Arial"/>
                <a:ea typeface="Arial"/>
                <a:cs typeface="Arial"/>
              </a:defRPr>
            </a:lvl1pPr>
            <a:lvl2pPr algn="l">
              <a:defRPr sz="1200">
                <a:solidFill>
                  <a:srgbClr val="AFC4C6"/>
                </a:solidFill>
                <a:latin typeface="Arial"/>
                <a:ea typeface="Arial"/>
                <a:cs typeface="Arial"/>
              </a:defRPr>
            </a:lvl2pPr>
            <a:lvl3pPr algn="l">
              <a:defRPr sz="1200">
                <a:solidFill>
                  <a:srgbClr val="AFC4C6"/>
                </a:solidFill>
                <a:latin typeface="Arial"/>
                <a:ea typeface="Arial"/>
                <a:cs typeface="Arial"/>
              </a:defRPr>
            </a:lvl3pPr>
            <a:lvl4pPr algn="l">
              <a:defRPr sz="1200">
                <a:solidFill>
                  <a:srgbClr val="AFC4C6"/>
                </a:solidFill>
                <a:latin typeface="Arial"/>
                <a:ea typeface="Arial"/>
                <a:cs typeface="Arial"/>
              </a:defRPr>
            </a:lvl4pPr>
            <a:lvl5pPr algn="l">
              <a:defRPr sz="1200">
                <a:solidFill>
                  <a:srgbClr val="AFC4C6"/>
                </a:solidFill>
                <a:latin typeface="Arial"/>
                <a:ea typeface="Arial"/>
                <a:cs typeface="Arial"/>
              </a:defRPr>
            </a:lvl5pPr>
            <a:lvl6pPr algn="l">
              <a:defRPr sz="1200">
                <a:solidFill>
                  <a:srgbClr val="AFC4C6"/>
                </a:solidFill>
                <a:latin typeface="Arial"/>
                <a:ea typeface="Arial"/>
                <a:cs typeface="Arial"/>
              </a:defRPr>
            </a:lvl6pPr>
            <a:lvl7pPr algn="l">
              <a:defRPr sz="1200">
                <a:solidFill>
                  <a:srgbClr val="AFC4C6"/>
                </a:solidFill>
                <a:latin typeface="Arial"/>
                <a:ea typeface="Arial"/>
                <a:cs typeface="Arial"/>
              </a:defRPr>
            </a:lvl7pPr>
            <a:lvl8pPr algn="l">
              <a:defRPr sz="1200">
                <a:solidFill>
                  <a:srgbClr val="AFC4C6"/>
                </a:solidFill>
                <a:latin typeface="Arial"/>
                <a:ea typeface="Arial"/>
                <a:cs typeface="Arial"/>
              </a:defRPr>
            </a:lvl8pPr>
            <a:lvl9pPr algn="l">
              <a:defRPr sz="1200">
                <a:solidFill>
                  <a:srgbClr val="AFC4C6"/>
                </a:solidFill>
                <a:latin typeface="Arial"/>
                <a:ea typeface="Arial"/>
                <a:cs typeface="Arial"/>
              </a:defRPr>
            </a:lvl9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Compare the ranking with local plans and visits to the area.</a:t>
            </a:r>
          </a:p>
        </p:txBody>
      </p:sp>
      <p:sp>
        <p:nvSpPr>
          <p:cNvPr id="13" name="">
            <a:extLst xmlns:a="http://schemas.openxmlformats.org/drawingml/2006/main">
              <a:ext uri="{FF2B5EF4-FFF2-40B4-BE49-F238E27FC236}">
                <a16:creationId xmlns:a16="http://schemas.microsoft.com/office/drawing/2014/main" id="{826A4375-85BA-4255-BF7C-A4AACD519587}"/>
              </a:ext>
            </a:extLst>
          </p:cNvPr>
          <p:cNvSpPr>
            <a:spLocks xmlns:a="http://schemas.openxmlformats.org/drawingml/2006/main" noGrp="1"/>
          </p:cNvSpPr>
          <p:nvPr/>
        </p:nvSpPr>
        <p:spPr>
          <a:xfrm xmlns:a="http://schemas.openxmlformats.org/drawingml/2006/main">
            <a:off x="609600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0AD84B9D-2B1E-4D1C-981F-BC8F73DFEF41}"/>
              </a:ext>
            </a:extLst>
          </p:cNvPr>
          <p:cNvSpPr>
            <a:spLocks xmlns:a="http://schemas.openxmlformats.org/drawingml/2006/main" noGrp="1"/>
          </p:cNvSpPr>
          <p:nvPr/>
        </p:nvSpPr>
        <p:spPr>
          <a:xfrm xmlns:a="http://schemas.openxmlformats.org/drawingml/2006/main">
            <a:off x="6305550" y="1885950"/>
            <a:ext cx="495300" cy="495300"/>
          </a:xfrm>
          <a:prstGeom xmlns:a="http://schemas.openxmlformats.org/drawingml/2006/main" prst="ellipse">
            <a:avLst/>
          </a:prstGeom>
          <a:solidFill xmlns:a="http://schemas.openxmlformats.org/drawingml/2006/main">
            <a:srgbClr val="F06449"/>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defRPr sz="1650" b="1">
                <a:solidFill>
                  <a:srgbClr val="F3F6F2"/>
                </a:solidFill>
              </a:defRPr>
            </a:lvl1pPr>
            <a:lvl2pPr algn="ctr">
              <a:defRPr sz="1650" b="1">
                <a:solidFill>
                  <a:srgbClr val="F3F6F2"/>
                </a:solidFill>
              </a:defRPr>
            </a:lvl2pPr>
            <a:lvl3pPr algn="ctr">
              <a:defRPr sz="1650" b="1">
                <a:solidFill>
                  <a:srgbClr val="F3F6F2"/>
                </a:solidFill>
              </a:defRPr>
            </a:lvl3pPr>
            <a:lvl4pPr algn="ctr">
              <a:defRPr sz="1650" b="1">
                <a:solidFill>
                  <a:srgbClr val="F3F6F2"/>
                </a:solidFill>
              </a:defRPr>
            </a:lvl4pPr>
            <a:lvl5pPr algn="ctr">
              <a:defRPr sz="1650" b="1">
                <a:solidFill>
                  <a:srgbClr val="F3F6F2"/>
                </a:solidFill>
              </a:defRPr>
            </a:lvl5pPr>
            <a:lvl6pPr algn="ctr">
              <a:defRPr sz="1650" b="1">
                <a:solidFill>
                  <a:srgbClr val="F3F6F2"/>
                </a:solidFill>
              </a:defRPr>
            </a:lvl6pPr>
            <a:lvl7pPr algn="ctr">
              <a:defRPr sz="1650" b="1">
                <a:solidFill>
                  <a:srgbClr val="F3F6F2"/>
                </a:solidFill>
              </a:defRPr>
            </a:lvl7pPr>
            <a:lvl8pPr algn="ctr">
              <a:defRPr sz="1650" b="1">
                <a:solidFill>
                  <a:srgbClr val="F3F6F2"/>
                </a:solidFill>
              </a:defRPr>
            </a:lvl8pPr>
            <a:lvl9pPr algn="ctr">
              <a:defRPr sz="1650" b="1">
                <a:solidFill>
                  <a:srgbClr val="F3F6F2"/>
                </a:solidFill>
              </a:defRPr>
            </a:lvl9pPr>
          </a:lstStyle>
          <a:p xmlns:a="http://schemas.openxmlformats.org/drawingml/2006/main">
            <a:pPr algn="ctr">
              <a:defRPr sz="1650" b="1">
                <a:solidFill>
                  <a:srgbClr val="F3F6F2"/>
                </a:solidFill>
              </a:defRPr>
            </a:pPr>
            <a:r>
              <a:rPr sz="1650" b="1">
                <a:solidFill>
                  <a:srgbClr val="F3F6F2"/>
                </a:solidFill>
              </a:rPr>
              <a:t>3</a:t>
            </a:r>
          </a:p>
        </p:txBody>
      </p:sp>
      <p:sp>
        <p:nvSpPr>
          <p:cNvPr id="15" name="">
            <a:extLst xmlns:a="http://schemas.openxmlformats.org/drawingml/2006/main">
              <a:ext uri="{FF2B5EF4-FFF2-40B4-BE49-F238E27FC236}">
                <a16:creationId xmlns:a16="http://schemas.microsoft.com/office/drawing/2014/main" id="{5FA37AE1-7C7C-4307-B35A-CF7B30B783AB}"/>
              </a:ext>
            </a:extLst>
          </p:cNvPr>
          <p:cNvSpPr>
            <a:spLocks xmlns:a="http://schemas.openxmlformats.org/drawingml/2006/main" noGrp="1"/>
          </p:cNvSpPr>
          <p:nvPr/>
        </p:nvSpPr>
        <p:spPr>
          <a:xfrm xmlns:a="http://schemas.openxmlformats.org/drawingml/2006/main">
            <a:off x="630555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defRPr sz="1950" b="1">
                <a:solidFill>
                  <a:srgbClr val="F3F6F2"/>
                </a:solidFill>
                <a:latin typeface="Arial"/>
                <a:ea typeface="Arial"/>
                <a:cs typeface="Arial"/>
              </a:defRPr>
            </a:lvl1pPr>
            <a:lvl2pPr algn="l">
              <a:defRPr sz="1950" b="1">
                <a:solidFill>
                  <a:srgbClr val="F3F6F2"/>
                </a:solidFill>
                <a:latin typeface="Arial"/>
                <a:ea typeface="Arial"/>
                <a:cs typeface="Arial"/>
              </a:defRPr>
            </a:lvl2pPr>
            <a:lvl3pPr algn="l">
              <a:defRPr sz="1950" b="1">
                <a:solidFill>
                  <a:srgbClr val="F3F6F2"/>
                </a:solidFill>
                <a:latin typeface="Arial"/>
                <a:ea typeface="Arial"/>
                <a:cs typeface="Arial"/>
              </a:defRPr>
            </a:lvl3pPr>
            <a:lvl4pPr algn="l">
              <a:defRPr sz="1950" b="1">
                <a:solidFill>
                  <a:srgbClr val="F3F6F2"/>
                </a:solidFill>
                <a:latin typeface="Arial"/>
                <a:ea typeface="Arial"/>
                <a:cs typeface="Arial"/>
              </a:defRPr>
            </a:lvl4pPr>
            <a:lvl5pPr algn="l">
              <a:defRPr sz="1950" b="1">
                <a:solidFill>
                  <a:srgbClr val="F3F6F2"/>
                </a:solidFill>
                <a:latin typeface="Arial"/>
                <a:ea typeface="Arial"/>
                <a:cs typeface="Arial"/>
              </a:defRPr>
            </a:lvl5pPr>
            <a:lvl6pPr algn="l">
              <a:defRPr sz="1950" b="1">
                <a:solidFill>
                  <a:srgbClr val="F3F6F2"/>
                </a:solidFill>
                <a:latin typeface="Arial"/>
                <a:ea typeface="Arial"/>
                <a:cs typeface="Arial"/>
              </a:defRPr>
            </a:lvl6pPr>
            <a:lvl7pPr algn="l">
              <a:defRPr sz="1950" b="1">
                <a:solidFill>
                  <a:srgbClr val="F3F6F2"/>
                </a:solidFill>
                <a:latin typeface="Arial"/>
                <a:ea typeface="Arial"/>
                <a:cs typeface="Arial"/>
              </a:defRPr>
            </a:lvl7pPr>
            <a:lvl8pPr algn="l">
              <a:defRPr sz="1950" b="1">
                <a:solidFill>
                  <a:srgbClr val="F3F6F2"/>
                </a:solidFill>
                <a:latin typeface="Arial"/>
                <a:ea typeface="Arial"/>
                <a:cs typeface="Arial"/>
              </a:defRPr>
            </a:lvl8pPr>
            <a:lvl9pPr algn="l">
              <a:defRPr sz="1950" b="1">
                <a:solidFill>
                  <a:srgbClr val="F3F6F2"/>
                </a:solidFill>
                <a:latin typeface="Arial"/>
                <a:ea typeface="Arial"/>
                <a:cs typeface="Arial"/>
              </a:defRPr>
            </a:lvl9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Fix the score</a:t>
            </a:r>
          </a:p>
        </p:txBody>
      </p:sp>
      <p:sp>
        <p:nvSpPr>
          <p:cNvPr id="16" name="">
            <a:extLst xmlns:a="http://schemas.openxmlformats.org/drawingml/2006/main">
              <a:ext uri="{FF2B5EF4-FFF2-40B4-BE49-F238E27FC236}">
                <a16:creationId xmlns:a16="http://schemas.microsoft.com/office/drawing/2014/main" id="{0ACE3E1F-8F58-4551-AA79-887702A60239}"/>
              </a:ext>
            </a:extLst>
          </p:cNvPr>
          <p:cNvSpPr>
            <a:spLocks xmlns:a="http://schemas.openxmlformats.org/drawingml/2006/main" noGrp="1"/>
          </p:cNvSpPr>
          <p:nvPr/>
        </p:nvSpPr>
        <p:spPr>
          <a:xfrm xmlns:a="http://schemas.openxmlformats.org/drawingml/2006/main">
            <a:off x="630555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defRPr sz="1200">
                <a:solidFill>
                  <a:srgbClr val="AFC4C6"/>
                </a:solidFill>
                <a:latin typeface="Arial"/>
                <a:ea typeface="Arial"/>
                <a:cs typeface="Arial"/>
              </a:defRPr>
            </a:lvl1pPr>
            <a:lvl2pPr algn="l">
              <a:defRPr sz="1200">
                <a:solidFill>
                  <a:srgbClr val="AFC4C6"/>
                </a:solidFill>
                <a:latin typeface="Arial"/>
                <a:ea typeface="Arial"/>
                <a:cs typeface="Arial"/>
              </a:defRPr>
            </a:lvl2pPr>
            <a:lvl3pPr algn="l">
              <a:defRPr sz="1200">
                <a:solidFill>
                  <a:srgbClr val="AFC4C6"/>
                </a:solidFill>
                <a:latin typeface="Arial"/>
                <a:ea typeface="Arial"/>
                <a:cs typeface="Arial"/>
              </a:defRPr>
            </a:lvl3pPr>
            <a:lvl4pPr algn="l">
              <a:defRPr sz="1200">
                <a:solidFill>
                  <a:srgbClr val="AFC4C6"/>
                </a:solidFill>
                <a:latin typeface="Arial"/>
                <a:ea typeface="Arial"/>
                <a:cs typeface="Arial"/>
              </a:defRPr>
            </a:lvl4pPr>
            <a:lvl5pPr algn="l">
              <a:defRPr sz="1200">
                <a:solidFill>
                  <a:srgbClr val="AFC4C6"/>
                </a:solidFill>
                <a:latin typeface="Arial"/>
                <a:ea typeface="Arial"/>
                <a:cs typeface="Arial"/>
              </a:defRPr>
            </a:lvl5pPr>
            <a:lvl6pPr algn="l">
              <a:defRPr sz="1200">
                <a:solidFill>
                  <a:srgbClr val="AFC4C6"/>
                </a:solidFill>
                <a:latin typeface="Arial"/>
                <a:ea typeface="Arial"/>
                <a:cs typeface="Arial"/>
              </a:defRPr>
            </a:lvl6pPr>
            <a:lvl7pPr algn="l">
              <a:defRPr sz="1200">
                <a:solidFill>
                  <a:srgbClr val="AFC4C6"/>
                </a:solidFill>
                <a:latin typeface="Arial"/>
                <a:ea typeface="Arial"/>
                <a:cs typeface="Arial"/>
              </a:defRPr>
            </a:lvl7pPr>
            <a:lvl8pPr algn="l">
              <a:defRPr sz="1200">
                <a:solidFill>
                  <a:srgbClr val="AFC4C6"/>
                </a:solidFill>
                <a:latin typeface="Arial"/>
                <a:ea typeface="Arial"/>
                <a:cs typeface="Arial"/>
              </a:defRPr>
            </a:lvl8pPr>
            <a:lvl9pPr algn="l">
              <a:defRPr sz="1200">
                <a:solidFill>
                  <a:srgbClr val="AFC4C6"/>
                </a:solidFill>
                <a:latin typeface="Arial"/>
                <a:ea typeface="Arial"/>
                <a:cs typeface="Arial"/>
              </a:defRPr>
            </a:lvl9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Adjust the weights and add local information that we are missing.</a:t>
            </a:r>
          </a:p>
        </p:txBody>
      </p:sp>
      <p:sp>
        <p:nvSpPr>
          <p:cNvPr id="17" name="">
            <a:extLst xmlns:a="http://schemas.openxmlformats.org/drawingml/2006/main">
              <a:ext uri="{FF2B5EF4-FFF2-40B4-BE49-F238E27FC236}">
                <a16:creationId xmlns:a16="http://schemas.microsoft.com/office/drawing/2014/main" id="{06C1AA94-6740-4603-A8BD-9CFF64036BC6}"/>
              </a:ext>
            </a:extLst>
          </p:cNvPr>
          <p:cNvSpPr>
            <a:spLocks xmlns:a="http://schemas.openxmlformats.org/drawingml/2006/main" noGrp="1"/>
          </p:cNvSpPr>
          <p:nvPr/>
        </p:nvSpPr>
        <p:spPr>
          <a:xfrm xmlns:a="http://schemas.openxmlformats.org/drawingml/2006/main">
            <a:off x="884872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D404599A-7F95-40C4-941C-5E7FB150B909}"/>
              </a:ext>
            </a:extLst>
          </p:cNvPr>
          <p:cNvSpPr>
            <a:spLocks xmlns:a="http://schemas.openxmlformats.org/drawingml/2006/main" noGrp="1"/>
          </p:cNvSpPr>
          <p:nvPr/>
        </p:nvSpPr>
        <p:spPr>
          <a:xfrm xmlns:a="http://schemas.openxmlformats.org/drawingml/2006/main">
            <a:off x="9058275" y="1885950"/>
            <a:ext cx="495300" cy="495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defRPr sz="1650" b="1">
                <a:solidFill>
                  <a:srgbClr val="F3F6F2"/>
                </a:solidFill>
              </a:defRPr>
            </a:lvl1pPr>
            <a:lvl2pPr algn="ctr">
              <a:defRPr sz="1650" b="1">
                <a:solidFill>
                  <a:srgbClr val="F3F6F2"/>
                </a:solidFill>
              </a:defRPr>
            </a:lvl2pPr>
            <a:lvl3pPr algn="ctr">
              <a:defRPr sz="1650" b="1">
                <a:solidFill>
                  <a:srgbClr val="F3F6F2"/>
                </a:solidFill>
              </a:defRPr>
            </a:lvl3pPr>
            <a:lvl4pPr algn="ctr">
              <a:defRPr sz="1650" b="1">
                <a:solidFill>
                  <a:srgbClr val="F3F6F2"/>
                </a:solidFill>
              </a:defRPr>
            </a:lvl4pPr>
            <a:lvl5pPr algn="ctr">
              <a:defRPr sz="1650" b="1">
                <a:solidFill>
                  <a:srgbClr val="F3F6F2"/>
                </a:solidFill>
              </a:defRPr>
            </a:lvl5pPr>
            <a:lvl6pPr algn="ctr">
              <a:defRPr sz="1650" b="1">
                <a:solidFill>
                  <a:srgbClr val="F3F6F2"/>
                </a:solidFill>
              </a:defRPr>
            </a:lvl6pPr>
            <a:lvl7pPr algn="ctr">
              <a:defRPr sz="1650" b="1">
                <a:solidFill>
                  <a:srgbClr val="F3F6F2"/>
                </a:solidFill>
              </a:defRPr>
            </a:lvl7pPr>
            <a:lvl8pPr algn="ctr">
              <a:defRPr sz="1650" b="1">
                <a:solidFill>
                  <a:srgbClr val="F3F6F2"/>
                </a:solidFill>
              </a:defRPr>
            </a:lvl8pPr>
            <a:lvl9pPr algn="ctr">
              <a:defRPr sz="1650" b="1">
                <a:solidFill>
                  <a:srgbClr val="F3F6F2"/>
                </a:solidFill>
              </a:defRPr>
            </a:lvl9pPr>
          </a:lstStyle>
          <a:p xmlns:a="http://schemas.openxmlformats.org/drawingml/2006/main">
            <a:pPr algn="ctr">
              <a:defRPr sz="1650" b="1">
                <a:solidFill>
                  <a:srgbClr val="F3F6F2"/>
                </a:solidFill>
              </a:defRPr>
            </a:pPr>
            <a:r>
              <a:rPr sz="1650" b="1">
                <a:solidFill>
                  <a:srgbClr val="F3F6F2"/>
                </a:solidFill>
              </a:rPr>
              <a:t>4</a:t>
            </a:r>
          </a:p>
        </p:txBody>
      </p:sp>
      <p:sp>
        <p:nvSpPr>
          <p:cNvPr id="19" name="">
            <a:extLst xmlns:a="http://schemas.openxmlformats.org/drawingml/2006/main">
              <a:ext uri="{FF2B5EF4-FFF2-40B4-BE49-F238E27FC236}">
                <a16:creationId xmlns:a16="http://schemas.microsoft.com/office/drawing/2014/main" id="{5B3D57F8-D4FF-4947-B125-598624344CC3}"/>
              </a:ext>
            </a:extLst>
          </p:cNvPr>
          <p:cNvSpPr>
            <a:spLocks xmlns:a="http://schemas.openxmlformats.org/drawingml/2006/main" noGrp="1"/>
          </p:cNvSpPr>
          <p:nvPr/>
        </p:nvSpPr>
        <p:spPr>
          <a:xfrm xmlns:a="http://schemas.openxmlformats.org/drawingml/2006/main">
            <a:off x="905827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defRPr sz="1950" b="1">
                <a:solidFill>
                  <a:srgbClr val="F3F6F2"/>
                </a:solidFill>
                <a:latin typeface="Arial"/>
                <a:ea typeface="Arial"/>
                <a:cs typeface="Arial"/>
              </a:defRPr>
            </a:lvl1pPr>
            <a:lvl2pPr algn="l">
              <a:defRPr sz="1950" b="1">
                <a:solidFill>
                  <a:srgbClr val="F3F6F2"/>
                </a:solidFill>
                <a:latin typeface="Arial"/>
                <a:ea typeface="Arial"/>
                <a:cs typeface="Arial"/>
              </a:defRPr>
            </a:lvl2pPr>
            <a:lvl3pPr algn="l">
              <a:defRPr sz="1950" b="1">
                <a:solidFill>
                  <a:srgbClr val="F3F6F2"/>
                </a:solidFill>
                <a:latin typeface="Arial"/>
                <a:ea typeface="Arial"/>
                <a:cs typeface="Arial"/>
              </a:defRPr>
            </a:lvl3pPr>
            <a:lvl4pPr algn="l">
              <a:defRPr sz="1950" b="1">
                <a:solidFill>
                  <a:srgbClr val="F3F6F2"/>
                </a:solidFill>
                <a:latin typeface="Arial"/>
                <a:ea typeface="Arial"/>
                <a:cs typeface="Arial"/>
              </a:defRPr>
            </a:lvl4pPr>
            <a:lvl5pPr algn="l">
              <a:defRPr sz="1950" b="1">
                <a:solidFill>
                  <a:srgbClr val="F3F6F2"/>
                </a:solidFill>
                <a:latin typeface="Arial"/>
                <a:ea typeface="Arial"/>
                <a:cs typeface="Arial"/>
              </a:defRPr>
            </a:lvl5pPr>
            <a:lvl6pPr algn="l">
              <a:defRPr sz="1950" b="1">
                <a:solidFill>
                  <a:srgbClr val="F3F6F2"/>
                </a:solidFill>
                <a:latin typeface="Arial"/>
                <a:ea typeface="Arial"/>
                <a:cs typeface="Arial"/>
              </a:defRPr>
            </a:lvl6pPr>
            <a:lvl7pPr algn="l">
              <a:defRPr sz="1950" b="1">
                <a:solidFill>
                  <a:srgbClr val="F3F6F2"/>
                </a:solidFill>
                <a:latin typeface="Arial"/>
                <a:ea typeface="Arial"/>
                <a:cs typeface="Arial"/>
              </a:defRPr>
            </a:lvl7pPr>
            <a:lvl8pPr algn="l">
              <a:defRPr sz="1950" b="1">
                <a:solidFill>
                  <a:srgbClr val="F3F6F2"/>
                </a:solidFill>
                <a:latin typeface="Arial"/>
                <a:ea typeface="Arial"/>
                <a:cs typeface="Arial"/>
              </a:defRPr>
            </a:lvl8pPr>
            <a:lvl9pPr algn="l">
              <a:defRPr sz="1950" b="1">
                <a:solidFill>
                  <a:srgbClr val="F3F6F2"/>
                </a:solidFill>
                <a:latin typeface="Arial"/>
                <a:ea typeface="Arial"/>
                <a:cs typeface="Arial"/>
              </a:defRPr>
            </a:lvl9pPr>
          </a:lstStyle>
          <a:p xmlns:a="http://schemas.openxmlformats.org/drawingml/2006/main">
            <a:pPr algn="l">
              <a:defRPr sz="1950" b="1">
                <a:solidFill>
                  <a:srgbClr val="F3F6F2"/>
                </a:solidFill>
                <a:latin typeface="Arial"/>
                <a:ea typeface="Arial"/>
                <a:cs typeface="Arial"/>
              </a:defRPr>
            </a:pPr>
            <a:r>
              <a:rPr sz="1950" b="1">
                <a:solidFill>
                  <a:srgbClr val="F3F6F2"/>
                </a:solidFill>
                <a:latin typeface="Arial"/>
                <a:ea typeface="Arial"/>
                <a:cs typeface="Arial"/>
              </a:rPr>
              <a:t>Test again</a:t>
            </a:r>
          </a:p>
        </p:txBody>
      </p:sp>
      <p:sp>
        <p:nvSpPr>
          <p:cNvPr id="20" name="">
            <a:extLst xmlns:a="http://schemas.openxmlformats.org/drawingml/2006/main">
              <a:ext uri="{FF2B5EF4-FFF2-40B4-BE49-F238E27FC236}">
                <a16:creationId xmlns:a16="http://schemas.microsoft.com/office/drawing/2014/main" id="{63082BDA-E25D-4A50-8880-952F30254E0E}"/>
              </a:ext>
            </a:extLst>
          </p:cNvPr>
          <p:cNvSpPr>
            <a:spLocks xmlns:a="http://schemas.openxmlformats.org/drawingml/2006/main" noGrp="1"/>
          </p:cNvSpPr>
          <p:nvPr/>
        </p:nvSpPr>
        <p:spPr>
          <a:xfrm xmlns:a="http://schemas.openxmlformats.org/drawingml/2006/main">
            <a:off x="905827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defRPr sz="1200">
                <a:solidFill>
                  <a:srgbClr val="AFC4C6"/>
                </a:solidFill>
                <a:latin typeface="Arial"/>
                <a:ea typeface="Arial"/>
                <a:cs typeface="Arial"/>
              </a:defRPr>
            </a:lvl1pPr>
            <a:lvl2pPr algn="l">
              <a:defRPr sz="1200">
                <a:solidFill>
                  <a:srgbClr val="AFC4C6"/>
                </a:solidFill>
                <a:latin typeface="Arial"/>
                <a:ea typeface="Arial"/>
                <a:cs typeface="Arial"/>
              </a:defRPr>
            </a:lvl2pPr>
            <a:lvl3pPr algn="l">
              <a:defRPr sz="1200">
                <a:solidFill>
                  <a:srgbClr val="AFC4C6"/>
                </a:solidFill>
                <a:latin typeface="Arial"/>
                <a:ea typeface="Arial"/>
                <a:cs typeface="Arial"/>
              </a:defRPr>
            </a:lvl3pPr>
            <a:lvl4pPr algn="l">
              <a:defRPr sz="1200">
                <a:solidFill>
                  <a:srgbClr val="AFC4C6"/>
                </a:solidFill>
                <a:latin typeface="Arial"/>
                <a:ea typeface="Arial"/>
                <a:cs typeface="Arial"/>
              </a:defRPr>
            </a:lvl4pPr>
            <a:lvl5pPr algn="l">
              <a:defRPr sz="1200">
                <a:solidFill>
                  <a:srgbClr val="AFC4C6"/>
                </a:solidFill>
                <a:latin typeface="Arial"/>
                <a:ea typeface="Arial"/>
                <a:cs typeface="Arial"/>
              </a:defRPr>
            </a:lvl5pPr>
            <a:lvl6pPr algn="l">
              <a:defRPr sz="1200">
                <a:solidFill>
                  <a:srgbClr val="AFC4C6"/>
                </a:solidFill>
                <a:latin typeface="Arial"/>
                <a:ea typeface="Arial"/>
                <a:cs typeface="Arial"/>
              </a:defRPr>
            </a:lvl6pPr>
            <a:lvl7pPr algn="l">
              <a:defRPr sz="1200">
                <a:solidFill>
                  <a:srgbClr val="AFC4C6"/>
                </a:solidFill>
                <a:latin typeface="Arial"/>
                <a:ea typeface="Arial"/>
                <a:cs typeface="Arial"/>
              </a:defRPr>
            </a:lvl7pPr>
            <a:lvl8pPr algn="l">
              <a:defRPr sz="1200">
                <a:solidFill>
                  <a:srgbClr val="AFC4C6"/>
                </a:solidFill>
                <a:latin typeface="Arial"/>
                <a:ea typeface="Arial"/>
                <a:cs typeface="Arial"/>
              </a:defRPr>
            </a:lvl8pPr>
            <a:lvl9pPr algn="l">
              <a:defRPr sz="1200">
                <a:solidFill>
                  <a:srgbClr val="AFC4C6"/>
                </a:solidFill>
                <a:latin typeface="Arial"/>
                <a:ea typeface="Arial"/>
                <a:cs typeface="Arial"/>
              </a:defRPr>
            </a:lvl9pPr>
          </a:lstStyle>
          <a:p xmlns:a="http://schemas.openxmlformats.org/drawingml/2006/main">
            <a:pPr algn="l">
              <a:defRPr sz="1200">
                <a:solidFill>
                  <a:srgbClr val="AFC4C6"/>
                </a:solidFill>
                <a:latin typeface="Arial"/>
                <a:ea typeface="Arial"/>
                <a:cs typeface="Arial"/>
              </a:defRPr>
            </a:pPr>
            <a:r>
              <a:rPr sz="1200">
                <a:solidFill>
                  <a:srgbClr val="AFC4C6"/>
                </a:solidFill>
                <a:latin typeface="Arial"/>
                <a:ea typeface="Arial"/>
                <a:cs typeface="Arial"/>
              </a:rPr>
              <a:t>Run the same process in another part of Riyadh.</a:t>
            </a:r>
          </a:p>
        </p:txBody>
      </p:sp>
      <p:sp>
        <p:nvSpPr>
          <p:cNvPr id="21" name="">
            <a:extLst xmlns:a="http://schemas.openxmlformats.org/drawingml/2006/main">
              <a:ext uri="{FF2B5EF4-FFF2-40B4-BE49-F238E27FC236}">
                <a16:creationId xmlns:a16="http://schemas.microsoft.com/office/drawing/2014/main" id="{09FCF0FC-F06E-43F8-9876-5F57937245C3}"/>
              </a:ext>
            </a:extLst>
          </p:cNvPr>
          <p:cNvSpPr>
            <a:spLocks xmlns:a="http://schemas.openxmlformats.org/drawingml/2006/main" noGrp="1"/>
          </p:cNvSpPr>
          <p:nvPr/>
        </p:nvSpPr>
        <p:spPr>
          <a:xfrm xmlns:a="http://schemas.openxmlformats.org/drawingml/2006/main">
            <a:off x="590550" y="4762500"/>
            <a:ext cx="11010900" cy="1352550"/>
          </a:xfrm>
          <a:prstGeom xmlns:a="http://schemas.openxmlformats.org/drawingml/2006/main" prst="roundRect">
            <a:avLst>
              <a:gd name="adj" fmla="val 11268"/>
            </a:avLst>
          </a:prstGeom>
          <a:solidFill xmlns:a="http://schemas.openxmlformats.org/drawingml/2006/main">
            <a:srgbClr val="0D2A3A"/>
          </a:solidFill>
          <a:ln xmlns:a="http://schemas.openxmlformats.org/drawingml/2006/main" w="9525">
            <a:solidFill>
              <a:srgbClr val="1AA58F"/>
            </a:solidFill>
            <a:prstDash val="solid"/>
          </a:ln>
        </p:spPr>
      </p:sp>
      <p:sp>
        <p:nvSpPr>
          <p:cNvPr id="22" name="">
            <a:extLst xmlns:a="http://schemas.openxmlformats.org/drawingml/2006/main">
              <a:ext uri="{FF2B5EF4-FFF2-40B4-BE49-F238E27FC236}">
                <a16:creationId xmlns:a16="http://schemas.microsoft.com/office/drawing/2014/main" id="{83A2017B-C175-402F-8D81-FB8A1DDCBD87}"/>
              </a:ext>
            </a:extLst>
          </p:cNvPr>
          <p:cNvSpPr>
            <a:spLocks xmlns:a="http://schemas.openxmlformats.org/drawingml/2006/main" noGrp="1"/>
          </p:cNvSpPr>
          <p:nvPr/>
        </p:nvSpPr>
        <p:spPr>
          <a:xfrm xmlns:a="http://schemas.openxmlformats.org/drawingml/2006/main">
            <a:off x="838200" y="5010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defRPr sz="975" b="1">
                <a:solidFill>
                  <a:srgbClr val="1AA58F"/>
                </a:solidFill>
                <a:latin typeface="Arial"/>
                <a:ea typeface="Arial"/>
                <a:cs typeface="Arial"/>
              </a:defRPr>
            </a:lvl1pPr>
            <a:lvl2pPr algn="l">
              <a:defRPr sz="975" b="1">
                <a:solidFill>
                  <a:srgbClr val="1AA58F"/>
                </a:solidFill>
                <a:latin typeface="Arial"/>
                <a:ea typeface="Arial"/>
                <a:cs typeface="Arial"/>
              </a:defRPr>
            </a:lvl2pPr>
            <a:lvl3pPr algn="l">
              <a:defRPr sz="975" b="1">
                <a:solidFill>
                  <a:srgbClr val="1AA58F"/>
                </a:solidFill>
                <a:latin typeface="Arial"/>
                <a:ea typeface="Arial"/>
                <a:cs typeface="Arial"/>
              </a:defRPr>
            </a:lvl3pPr>
            <a:lvl4pPr algn="l">
              <a:defRPr sz="975" b="1">
                <a:solidFill>
                  <a:srgbClr val="1AA58F"/>
                </a:solidFill>
                <a:latin typeface="Arial"/>
                <a:ea typeface="Arial"/>
                <a:cs typeface="Arial"/>
              </a:defRPr>
            </a:lvl4pPr>
            <a:lvl5pPr algn="l">
              <a:defRPr sz="975" b="1">
                <a:solidFill>
                  <a:srgbClr val="1AA58F"/>
                </a:solidFill>
                <a:latin typeface="Arial"/>
                <a:ea typeface="Arial"/>
                <a:cs typeface="Arial"/>
              </a:defRPr>
            </a:lvl5pPr>
            <a:lvl6pPr algn="l">
              <a:defRPr sz="975" b="1">
                <a:solidFill>
                  <a:srgbClr val="1AA58F"/>
                </a:solidFill>
                <a:latin typeface="Arial"/>
                <a:ea typeface="Arial"/>
                <a:cs typeface="Arial"/>
              </a:defRPr>
            </a:lvl6pPr>
            <a:lvl7pPr algn="l">
              <a:defRPr sz="975" b="1">
                <a:solidFill>
                  <a:srgbClr val="1AA58F"/>
                </a:solidFill>
                <a:latin typeface="Arial"/>
                <a:ea typeface="Arial"/>
                <a:cs typeface="Arial"/>
              </a:defRPr>
            </a:lvl7pPr>
            <a:lvl8pPr algn="l">
              <a:defRPr sz="975" b="1">
                <a:solidFill>
                  <a:srgbClr val="1AA58F"/>
                </a:solidFill>
                <a:latin typeface="Arial"/>
                <a:ea typeface="Arial"/>
                <a:cs typeface="Arial"/>
              </a:defRPr>
            </a:lvl8pPr>
            <a:lvl9pPr algn="l">
              <a:defRPr sz="975" b="1">
                <a:solidFill>
                  <a:srgbClr val="1AA58F"/>
                </a:solidFill>
                <a:latin typeface="Arial"/>
                <a:ea typeface="Arial"/>
                <a:cs typeface="Arial"/>
              </a:defRPr>
            </a:lvl9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THE TEST</a:t>
            </a:r>
          </a:p>
        </p:txBody>
      </p:sp>
      <p:sp>
        <p:nvSpPr>
          <p:cNvPr id="23" name="">
            <a:extLst xmlns:a="http://schemas.openxmlformats.org/drawingml/2006/main">
              <a:ext uri="{FF2B5EF4-FFF2-40B4-BE49-F238E27FC236}">
                <a16:creationId xmlns:a16="http://schemas.microsoft.com/office/drawing/2014/main" id="{46EF34DC-EDB2-451C-8CBE-3DAE083D2B4C}"/>
              </a:ext>
            </a:extLst>
          </p:cNvPr>
          <p:cNvSpPr>
            <a:spLocks xmlns:a="http://schemas.openxmlformats.org/drawingml/2006/main" noGrp="1"/>
          </p:cNvSpPr>
          <p:nvPr/>
        </p:nvSpPr>
        <p:spPr>
          <a:xfrm xmlns:a="http://schemas.openxmlformats.org/drawingml/2006/main">
            <a:off x="838200" y="53340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F3F6F2"/>
                </a:solidFill>
                <a:latin typeface="Arial"/>
                <a:ea typeface="Arial"/>
                <a:cs typeface="Arial"/>
              </a:defRPr>
            </a:defPPr>
            <a:lvl1pPr algn="l">
              <a:defRPr sz="2025" b="1">
                <a:solidFill>
                  <a:srgbClr val="F3F6F2"/>
                </a:solidFill>
                <a:latin typeface="Arial"/>
                <a:ea typeface="Arial"/>
                <a:cs typeface="Arial"/>
              </a:defRPr>
            </a:lvl1pPr>
            <a:lvl2pPr algn="l">
              <a:defRPr sz="2025" b="1">
                <a:solidFill>
                  <a:srgbClr val="F3F6F2"/>
                </a:solidFill>
                <a:latin typeface="Arial"/>
                <a:ea typeface="Arial"/>
                <a:cs typeface="Arial"/>
              </a:defRPr>
            </a:lvl2pPr>
            <a:lvl3pPr algn="l">
              <a:defRPr sz="2025" b="1">
                <a:solidFill>
                  <a:srgbClr val="F3F6F2"/>
                </a:solidFill>
                <a:latin typeface="Arial"/>
                <a:ea typeface="Arial"/>
                <a:cs typeface="Arial"/>
              </a:defRPr>
            </a:lvl3pPr>
            <a:lvl4pPr algn="l">
              <a:defRPr sz="2025" b="1">
                <a:solidFill>
                  <a:srgbClr val="F3F6F2"/>
                </a:solidFill>
                <a:latin typeface="Arial"/>
                <a:ea typeface="Arial"/>
                <a:cs typeface="Arial"/>
              </a:defRPr>
            </a:lvl4pPr>
            <a:lvl5pPr algn="l">
              <a:defRPr sz="2025" b="1">
                <a:solidFill>
                  <a:srgbClr val="F3F6F2"/>
                </a:solidFill>
                <a:latin typeface="Arial"/>
                <a:ea typeface="Arial"/>
                <a:cs typeface="Arial"/>
              </a:defRPr>
            </a:lvl5pPr>
            <a:lvl6pPr algn="l">
              <a:defRPr sz="2025" b="1">
                <a:solidFill>
                  <a:srgbClr val="F3F6F2"/>
                </a:solidFill>
                <a:latin typeface="Arial"/>
                <a:ea typeface="Arial"/>
                <a:cs typeface="Arial"/>
              </a:defRPr>
            </a:lvl6pPr>
            <a:lvl7pPr algn="l">
              <a:defRPr sz="2025" b="1">
                <a:solidFill>
                  <a:srgbClr val="F3F6F2"/>
                </a:solidFill>
                <a:latin typeface="Arial"/>
                <a:ea typeface="Arial"/>
                <a:cs typeface="Arial"/>
              </a:defRPr>
            </a:lvl7pPr>
            <a:lvl8pPr algn="l">
              <a:defRPr sz="2025" b="1">
                <a:solidFill>
                  <a:srgbClr val="F3F6F2"/>
                </a:solidFill>
                <a:latin typeface="Arial"/>
                <a:ea typeface="Arial"/>
                <a:cs typeface="Arial"/>
              </a:defRPr>
            </a:lvl8pPr>
            <a:lvl9pPr algn="l">
              <a:defRPr sz="2025" b="1">
                <a:solidFill>
                  <a:srgbClr val="F3F6F2"/>
                </a:solidFill>
                <a:latin typeface="Arial"/>
                <a:ea typeface="Arial"/>
                <a:cs typeface="Arial"/>
              </a:defRPr>
            </a:lvl9pPr>
          </a:lstStyle>
          <a:p xmlns:a="http://schemas.openxmlformats.org/drawingml/2006/main">
            <a:pPr algn="l">
              <a:defRPr sz="2025" b="1">
                <a:solidFill>
                  <a:srgbClr val="F3F6F2"/>
                </a:solidFill>
                <a:latin typeface="Arial"/>
                <a:ea typeface="Arial"/>
                <a:cs typeface="Arial"/>
              </a:defRPr>
            </a:pPr>
            <a:r>
              <a:rPr sz="2025" b="1">
                <a:solidFill>
                  <a:srgbClr val="F3F6F2"/>
                </a:solidFill>
                <a:latin typeface="Arial"/>
                <a:ea typeface="Arial"/>
                <a:cs typeface="Arial"/>
              </a:rPr>
              <a:t>Does HeatReady save time without sending staff to the wrong places?</a:t>
            </a:r>
          </a:p>
        </p:txBody>
      </p:sp>
    </p:spTree>
    <p:extLst>
      <p:ext uri="{BB962C8B-B14F-4D97-AF65-F5344CB8AC3E}">
        <p14:creationId xmlns:p14="http://schemas.microsoft.com/office/powerpoint/2010/main" val="668288"/>
      </p:ext>
    </p:extLst>
  </p:cSld>
</p:sld>
</file>

<file path=ppt/slides/slide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B91714-5FB9-4453-BADB-112E4B67FF8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defRPr sz="1050" b="1">
                <a:solidFill>
                  <a:srgbClr val="1AA58F"/>
                </a:solidFill>
                <a:latin typeface="Arial"/>
                <a:ea typeface="Arial"/>
                <a:cs typeface="Arial"/>
              </a:defRPr>
            </a:lvl1pPr>
            <a:lvl2pPr algn="l">
              <a:defRPr sz="1050" b="1">
                <a:solidFill>
                  <a:srgbClr val="1AA58F"/>
                </a:solidFill>
                <a:latin typeface="Arial"/>
                <a:ea typeface="Arial"/>
                <a:cs typeface="Arial"/>
              </a:defRPr>
            </a:lvl2pPr>
            <a:lvl3pPr algn="l">
              <a:defRPr sz="1050" b="1">
                <a:solidFill>
                  <a:srgbClr val="1AA58F"/>
                </a:solidFill>
                <a:latin typeface="Arial"/>
                <a:ea typeface="Arial"/>
                <a:cs typeface="Arial"/>
              </a:defRPr>
            </a:lvl3pPr>
            <a:lvl4pPr algn="l">
              <a:defRPr sz="1050" b="1">
                <a:solidFill>
                  <a:srgbClr val="1AA58F"/>
                </a:solidFill>
                <a:latin typeface="Arial"/>
                <a:ea typeface="Arial"/>
                <a:cs typeface="Arial"/>
              </a:defRPr>
            </a:lvl4pPr>
            <a:lvl5pPr algn="l">
              <a:defRPr sz="1050" b="1">
                <a:solidFill>
                  <a:srgbClr val="1AA58F"/>
                </a:solidFill>
                <a:latin typeface="Arial"/>
                <a:ea typeface="Arial"/>
                <a:cs typeface="Arial"/>
              </a:defRPr>
            </a:lvl5pPr>
            <a:lvl6pPr algn="l">
              <a:defRPr sz="1050" b="1">
                <a:solidFill>
                  <a:srgbClr val="1AA58F"/>
                </a:solidFill>
                <a:latin typeface="Arial"/>
                <a:ea typeface="Arial"/>
                <a:cs typeface="Arial"/>
              </a:defRPr>
            </a:lvl6pPr>
            <a:lvl7pPr algn="l">
              <a:defRPr sz="1050" b="1">
                <a:solidFill>
                  <a:srgbClr val="1AA58F"/>
                </a:solidFill>
                <a:latin typeface="Arial"/>
                <a:ea typeface="Arial"/>
                <a:cs typeface="Arial"/>
              </a:defRPr>
            </a:lvl7pPr>
            <a:lvl8pPr algn="l">
              <a:defRPr sz="1050" b="1">
                <a:solidFill>
                  <a:srgbClr val="1AA58F"/>
                </a:solidFill>
                <a:latin typeface="Arial"/>
                <a:ea typeface="Arial"/>
                <a:cs typeface="Arial"/>
              </a:defRPr>
            </a:lvl8pPr>
            <a:lvl9pPr algn="l">
              <a:defRPr sz="1050" b="1">
                <a:solidFill>
                  <a:srgbClr val="1AA58F"/>
                </a:solidFill>
                <a:latin typeface="Arial"/>
                <a:ea typeface="Arial"/>
                <a:cs typeface="Arial"/>
              </a:defRPr>
            </a:lvl9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7423A398-9928-46C9-85A7-C1D9AA0CCB3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defRPr sz="2700" b="1">
                <a:solidFill>
                  <a:srgbClr val="F3F6F2"/>
                </a:solidFill>
                <a:latin typeface="Arial"/>
                <a:ea typeface="Arial"/>
                <a:cs typeface="Arial"/>
              </a:defRPr>
            </a:lvl1pPr>
            <a:lvl2pPr algn="l">
              <a:defRPr sz="2700" b="1">
                <a:solidFill>
                  <a:srgbClr val="F3F6F2"/>
                </a:solidFill>
                <a:latin typeface="Arial"/>
                <a:ea typeface="Arial"/>
                <a:cs typeface="Arial"/>
              </a:defRPr>
            </a:lvl2pPr>
            <a:lvl3pPr algn="l">
              <a:defRPr sz="2700" b="1">
                <a:solidFill>
                  <a:srgbClr val="F3F6F2"/>
                </a:solidFill>
                <a:latin typeface="Arial"/>
                <a:ea typeface="Arial"/>
                <a:cs typeface="Arial"/>
              </a:defRPr>
            </a:lvl3pPr>
            <a:lvl4pPr algn="l">
              <a:defRPr sz="2700" b="1">
                <a:solidFill>
                  <a:srgbClr val="F3F6F2"/>
                </a:solidFill>
                <a:latin typeface="Arial"/>
                <a:ea typeface="Arial"/>
                <a:cs typeface="Arial"/>
              </a:defRPr>
            </a:lvl4pPr>
            <a:lvl5pPr algn="l">
              <a:defRPr sz="2700" b="1">
                <a:solidFill>
                  <a:srgbClr val="F3F6F2"/>
                </a:solidFill>
                <a:latin typeface="Arial"/>
                <a:ea typeface="Arial"/>
                <a:cs typeface="Arial"/>
              </a:defRPr>
            </a:lvl5pPr>
            <a:lvl6pPr algn="l">
              <a:defRPr sz="2700" b="1">
                <a:solidFill>
                  <a:srgbClr val="F3F6F2"/>
                </a:solidFill>
                <a:latin typeface="Arial"/>
                <a:ea typeface="Arial"/>
                <a:cs typeface="Arial"/>
              </a:defRPr>
            </a:lvl6pPr>
            <a:lvl7pPr algn="l">
              <a:defRPr sz="2700" b="1">
                <a:solidFill>
                  <a:srgbClr val="F3F6F2"/>
                </a:solidFill>
                <a:latin typeface="Arial"/>
                <a:ea typeface="Arial"/>
                <a:cs typeface="Arial"/>
              </a:defRPr>
            </a:lvl7pPr>
            <a:lvl8pPr algn="l">
              <a:defRPr sz="2700" b="1">
                <a:solidFill>
                  <a:srgbClr val="F3F6F2"/>
                </a:solidFill>
                <a:latin typeface="Arial"/>
                <a:ea typeface="Arial"/>
                <a:cs typeface="Arial"/>
              </a:defRPr>
            </a:lvl8pPr>
            <a:lvl9pPr algn="l">
              <a:defRPr sz="2700" b="1">
                <a:solidFill>
                  <a:srgbClr val="F3F6F2"/>
                </a:solidFill>
                <a:latin typeface="Arial"/>
                <a:ea typeface="Arial"/>
                <a:cs typeface="Arial"/>
              </a:defRPr>
            </a:lvl9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Data sources and dates</a:t>
            </a:r>
          </a:p>
        </p:txBody>
      </p:sp>
      <p:sp>
        <p:nvSpPr>
          <p:cNvPr id="3" name="">
            <a:extLst xmlns:a="http://schemas.openxmlformats.org/drawingml/2006/main">
              <a:ext uri="{FF2B5EF4-FFF2-40B4-BE49-F238E27FC236}">
                <a16:creationId xmlns:a16="http://schemas.microsoft.com/office/drawing/2014/main" id="{D654D0FE-28CD-4725-81E8-6A4929F0F665}"/>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defRPr sz="1050" b="1">
                <a:solidFill>
                  <a:srgbClr val="AFC4C6"/>
                </a:solidFill>
                <a:latin typeface="Arial"/>
                <a:ea typeface="Arial"/>
                <a:cs typeface="Arial"/>
              </a:defRPr>
            </a:lvl1pPr>
            <a:lvl2pPr algn="r">
              <a:defRPr sz="1050" b="1">
                <a:solidFill>
                  <a:srgbClr val="AFC4C6"/>
                </a:solidFill>
                <a:latin typeface="Arial"/>
                <a:ea typeface="Arial"/>
                <a:cs typeface="Arial"/>
              </a:defRPr>
            </a:lvl2pPr>
            <a:lvl3pPr algn="r">
              <a:defRPr sz="1050" b="1">
                <a:solidFill>
                  <a:srgbClr val="AFC4C6"/>
                </a:solidFill>
                <a:latin typeface="Arial"/>
                <a:ea typeface="Arial"/>
                <a:cs typeface="Arial"/>
              </a:defRPr>
            </a:lvl3pPr>
            <a:lvl4pPr algn="r">
              <a:defRPr sz="1050" b="1">
                <a:solidFill>
                  <a:srgbClr val="AFC4C6"/>
                </a:solidFill>
                <a:latin typeface="Arial"/>
                <a:ea typeface="Arial"/>
                <a:cs typeface="Arial"/>
              </a:defRPr>
            </a:lvl4pPr>
            <a:lvl5pPr algn="r">
              <a:defRPr sz="1050" b="1">
                <a:solidFill>
                  <a:srgbClr val="AFC4C6"/>
                </a:solidFill>
                <a:latin typeface="Arial"/>
                <a:ea typeface="Arial"/>
                <a:cs typeface="Arial"/>
              </a:defRPr>
            </a:lvl5pPr>
            <a:lvl6pPr algn="r">
              <a:defRPr sz="1050" b="1">
                <a:solidFill>
                  <a:srgbClr val="AFC4C6"/>
                </a:solidFill>
                <a:latin typeface="Arial"/>
                <a:ea typeface="Arial"/>
                <a:cs typeface="Arial"/>
              </a:defRPr>
            </a:lvl6pPr>
            <a:lvl7pPr algn="r">
              <a:defRPr sz="1050" b="1">
                <a:solidFill>
                  <a:srgbClr val="AFC4C6"/>
                </a:solidFill>
                <a:latin typeface="Arial"/>
                <a:ea typeface="Arial"/>
                <a:cs typeface="Arial"/>
              </a:defRPr>
            </a:lvl7pPr>
            <a:lvl8pPr algn="r">
              <a:defRPr sz="1050" b="1">
                <a:solidFill>
                  <a:srgbClr val="AFC4C6"/>
                </a:solidFill>
                <a:latin typeface="Arial"/>
                <a:ea typeface="Arial"/>
                <a:cs typeface="Arial"/>
              </a:defRPr>
            </a:lvl8pPr>
            <a:lvl9pPr algn="r">
              <a:defRPr sz="1050" b="1">
                <a:solidFill>
                  <a:srgbClr val="AFC4C6"/>
                </a:solidFill>
                <a:latin typeface="Arial"/>
                <a:ea typeface="Arial"/>
                <a:cs typeface="Arial"/>
              </a:defRPr>
            </a:lvl9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F11A6D4-6C25-4641-B1D0-47A99D288096}"/>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graphicFrame>
        <p:nvGraphicFramePr>
          <p:cNvPr id="5" name="">
            <a:extLst xmlns:a="http://schemas.openxmlformats.org/drawingml/2006/main">
              <a:ext uri="{FF2B5EF4-FFF2-40B4-BE49-F238E27FC236}">
                <a16:creationId xmlns:a16="http://schemas.microsoft.com/office/drawing/2014/main" id="{EBA4EAED-0E96-4E79-804B-F470FD36B856}"/>
              </a:ext>
            </a:extLst>
          </p:cNvPr>
          <p:cNvGraphicFramePr/>
          <p:nvPr/>
        </p:nvGraphicFramePr>
        <p:xfrm>
          <a:off xmlns:a="http://schemas.openxmlformats.org/drawingml/2006/main" x="590550" y="1562100"/>
          <a:ext xmlns:a="http://schemas.openxmlformats.org/drawingml/2006/main" cx="11010900" cy="4191000"/>
        </p:xfrm>
        <a:graphic xmlns:a="http://schemas.openxmlformats.org/drawingml/2006/main">
          <a:graphicData uri="http://schemas.openxmlformats.org/drawingml/2006/table">
            <a:tbl>
              <a:tblPr/>
              <a:tblGrid>
                <a:gridCol w="2095500"/>
                <a:gridCol w="2476500"/>
                <a:gridCol w="3905250"/>
                <a:gridCol w="2533650"/>
              </a:tblGrid>
              <a:tr h="523875">
                <a:tc>
                  <a:txBody>
                    <a:bodyPr/>
                    <a:lstStyle/>
                    <a:p>
                      <a:r>
                        <a:rPr sz="1050" b="1">
                          <a:solidFill>
                            <a:srgbClr val="F3F6F2"/>
                          </a:solidFill>
                        </a:rPr>
                        <a:t>Source</a:t>
                      </a:r>
                    </a:p>
                  </a:txBody>
                  <a:tcPr marL="95250" marR="95250" marT="76200" marB="76200">
                    <a:lnL w="9525">
                      <a:solidFill>
                        <a:srgbClr val="31505F"/>
                      </a:solidFill>
                      <a:prstDash val="solid"/>
                    </a:lnL>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Dates used</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Role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Access / licence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r>
              <a:tr h="523875">
                <a:tc>
                  <a:txBody>
                    <a:bodyPr/>
                    <a:lstStyle/>
                    <a:p>
                      <a:r>
                        <a:rPr sz="900">
                          <a:solidFill>
                            <a:srgbClr val="F3F6F2"/>
                          </a:solidFill>
                        </a:rPr>
                        <a:t>Sentinel-2 L2A</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11 May 2018; 10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Optical features, masks, vegetation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Copernicus open access</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Sentinel-1 RTC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2018; 6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Radar structure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Microsoft PC;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IO/Esri annual LULC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2018-2023</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Trend + candidate endpoint change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Landsat 8 C2 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Land-surface temperature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US public domain</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ESA WorldCover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2021</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Spatial holdout reference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WorldPop Global2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Modelled population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Planet Tanager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15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Spectral context + sensitivity test</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Open urban archive;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bl>
          </a:graphicData>
        </a:graphic>
      </p:graphicFrame>
      <p:sp>
        <p:nvSpPr>
          <p:cNvPr id="6" name="">
            <a:extLst xmlns:a="http://schemas.openxmlformats.org/drawingml/2006/main">
              <a:ext uri="{FF2B5EF4-FFF2-40B4-BE49-F238E27FC236}">
                <a16:creationId xmlns:a16="http://schemas.microsoft.com/office/drawing/2014/main" id="{F080BA81-7416-4DF5-AFDE-D950358E8BC3}"/>
              </a:ext>
            </a:extLst>
          </p:cNvPr>
          <p:cNvSpPr>
            <a:spLocks xmlns:a="http://schemas.openxmlformats.org/drawingml/2006/main" noGrp="1"/>
          </p:cNvSpPr>
          <p:nvPr/>
        </p:nvSpPr>
        <p:spPr>
          <a:xfrm xmlns:a="http://schemas.openxmlformats.org/drawingml/2006/main">
            <a:off x="590550" y="5924550"/>
            <a:ext cx="1101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E2AD2B"/>
                </a:solidFill>
                <a:latin typeface="Arial"/>
                <a:ea typeface="Arial"/>
                <a:cs typeface="Arial"/>
              </a:defRPr>
            </a:defPPr>
            <a:lvl1pPr algn="l">
              <a:defRPr sz="1125" b="1">
                <a:solidFill>
                  <a:srgbClr val="E2AD2B"/>
                </a:solidFill>
                <a:latin typeface="Arial"/>
                <a:ea typeface="Arial"/>
                <a:cs typeface="Arial"/>
              </a:defRPr>
            </a:lvl1pPr>
            <a:lvl2pPr algn="l">
              <a:defRPr sz="1125" b="1">
                <a:solidFill>
                  <a:srgbClr val="E2AD2B"/>
                </a:solidFill>
                <a:latin typeface="Arial"/>
                <a:ea typeface="Arial"/>
                <a:cs typeface="Arial"/>
              </a:defRPr>
            </a:lvl2pPr>
            <a:lvl3pPr algn="l">
              <a:defRPr sz="1125" b="1">
                <a:solidFill>
                  <a:srgbClr val="E2AD2B"/>
                </a:solidFill>
                <a:latin typeface="Arial"/>
                <a:ea typeface="Arial"/>
                <a:cs typeface="Arial"/>
              </a:defRPr>
            </a:lvl3pPr>
            <a:lvl4pPr algn="l">
              <a:defRPr sz="1125" b="1">
                <a:solidFill>
                  <a:srgbClr val="E2AD2B"/>
                </a:solidFill>
                <a:latin typeface="Arial"/>
                <a:ea typeface="Arial"/>
                <a:cs typeface="Arial"/>
              </a:defRPr>
            </a:lvl4pPr>
            <a:lvl5pPr algn="l">
              <a:defRPr sz="1125" b="1">
                <a:solidFill>
                  <a:srgbClr val="E2AD2B"/>
                </a:solidFill>
                <a:latin typeface="Arial"/>
                <a:ea typeface="Arial"/>
                <a:cs typeface="Arial"/>
              </a:defRPr>
            </a:lvl5pPr>
            <a:lvl6pPr algn="l">
              <a:defRPr sz="1125" b="1">
                <a:solidFill>
                  <a:srgbClr val="E2AD2B"/>
                </a:solidFill>
                <a:latin typeface="Arial"/>
                <a:ea typeface="Arial"/>
                <a:cs typeface="Arial"/>
              </a:defRPr>
            </a:lvl6pPr>
            <a:lvl7pPr algn="l">
              <a:defRPr sz="1125" b="1">
                <a:solidFill>
                  <a:srgbClr val="E2AD2B"/>
                </a:solidFill>
                <a:latin typeface="Arial"/>
                <a:ea typeface="Arial"/>
                <a:cs typeface="Arial"/>
              </a:defRPr>
            </a:lvl7pPr>
            <a:lvl8pPr algn="l">
              <a:defRPr sz="1125" b="1">
                <a:solidFill>
                  <a:srgbClr val="E2AD2B"/>
                </a:solidFill>
                <a:latin typeface="Arial"/>
                <a:ea typeface="Arial"/>
                <a:cs typeface="Arial"/>
              </a:defRPr>
            </a:lvl8pPr>
            <a:lvl9pPr algn="l">
              <a:defRPr sz="1125" b="1">
                <a:solidFill>
                  <a:srgbClr val="E2AD2B"/>
                </a:solidFill>
                <a:latin typeface="Arial"/>
                <a:ea typeface="Arial"/>
                <a:cs typeface="Arial"/>
              </a:defRPr>
            </a:lvl9pPr>
          </a:lstStyle>
          <a:p xmlns:a="http://schemas.openxmlformats.org/drawingml/2006/main">
            <a:pPr algn="l">
              <a:defRPr sz="1125" b="1">
                <a:solidFill>
                  <a:srgbClr val="E2AD2B"/>
                </a:solidFill>
                <a:latin typeface="Arial"/>
                <a:ea typeface="Arial"/>
                <a:cs typeface="Arial"/>
              </a:defRPr>
            </a:pPr>
            <a:r>
              <a:rPr sz="1125" b="1">
                <a:solidFill>
                  <a:srgbClr val="E2AD2B"/>
                </a:solidFill>
                <a:latin typeface="Arial"/>
                <a:ea typeface="Arial"/>
                <a:cs typeface="Arial"/>
              </a:rPr>
              <a:t>Item IDs, processing steps and licences are documented in the repository. Satellite 813 imagery was not used.</a:t>
            </a:r>
          </a:p>
        </p:txBody>
      </p:sp>
    </p:spTree>
    <p:extLst>
      <p:ext uri="{BB962C8B-B14F-4D97-AF65-F5344CB8AC3E}">
        <p14:creationId xmlns:p14="http://schemas.microsoft.com/office/powerpoint/2010/main" val="1928980311"/>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AA154A0-9152-428E-944B-0E0870E1B3A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defRPr sz="2700" b="1">
                <a:solidFill>
                  <a:srgbClr val="F3F6F2"/>
                </a:solidFill>
                <a:latin typeface="Arial"/>
                <a:ea typeface="Arial"/>
                <a:cs typeface="Arial"/>
              </a:defRPr>
            </a:lvl1pPr>
            <a:lvl2pPr algn="l">
              <a:defRPr sz="2700" b="1">
                <a:solidFill>
                  <a:srgbClr val="F3F6F2"/>
                </a:solidFill>
                <a:latin typeface="Arial"/>
                <a:ea typeface="Arial"/>
                <a:cs typeface="Arial"/>
              </a:defRPr>
            </a:lvl2pPr>
            <a:lvl3pPr algn="l">
              <a:defRPr sz="2700" b="1">
                <a:solidFill>
                  <a:srgbClr val="F3F6F2"/>
                </a:solidFill>
                <a:latin typeface="Arial"/>
                <a:ea typeface="Arial"/>
                <a:cs typeface="Arial"/>
              </a:defRPr>
            </a:lvl3pPr>
            <a:lvl4pPr algn="l">
              <a:defRPr sz="2700" b="1">
                <a:solidFill>
                  <a:srgbClr val="F3F6F2"/>
                </a:solidFill>
                <a:latin typeface="Arial"/>
                <a:ea typeface="Arial"/>
                <a:cs typeface="Arial"/>
              </a:defRPr>
            </a:lvl4pPr>
            <a:lvl5pPr algn="l">
              <a:defRPr sz="2700" b="1">
                <a:solidFill>
                  <a:srgbClr val="F3F6F2"/>
                </a:solidFill>
                <a:latin typeface="Arial"/>
                <a:ea typeface="Arial"/>
                <a:cs typeface="Arial"/>
              </a:defRPr>
            </a:lvl5pPr>
            <a:lvl6pPr algn="l">
              <a:defRPr sz="2700" b="1">
                <a:solidFill>
                  <a:srgbClr val="F3F6F2"/>
                </a:solidFill>
                <a:latin typeface="Arial"/>
                <a:ea typeface="Arial"/>
                <a:cs typeface="Arial"/>
              </a:defRPr>
            </a:lvl6pPr>
            <a:lvl7pPr algn="l">
              <a:defRPr sz="2700" b="1">
                <a:solidFill>
                  <a:srgbClr val="F3F6F2"/>
                </a:solidFill>
                <a:latin typeface="Arial"/>
                <a:ea typeface="Arial"/>
                <a:cs typeface="Arial"/>
              </a:defRPr>
            </a:lvl7pPr>
            <a:lvl8pPr algn="l">
              <a:defRPr sz="2700" b="1">
                <a:solidFill>
                  <a:srgbClr val="F3F6F2"/>
                </a:solidFill>
                <a:latin typeface="Arial"/>
                <a:ea typeface="Arial"/>
                <a:cs typeface="Arial"/>
              </a:defRPr>
            </a:lvl8pPr>
            <a:lvl9pPr algn="l">
              <a:defRPr sz="2700" b="1">
                <a:solidFill>
                  <a:srgbClr val="F3F6F2"/>
                </a:solidFill>
                <a:latin typeface="Arial"/>
                <a:ea typeface="Arial"/>
                <a:cs typeface="Arial"/>
              </a:defRPr>
            </a:lvl9pPr>
          </a:lstStyle>
          <a:p xmlns:a="http://schemas.openxmlformats.org/drawingml/2006/main">
            <a:pPr algn="l">
              <a:defRPr sz="2700" b="1">
                <a:solidFill>
                  <a:srgbClr val="F3F6F2"/>
                </a:solidFill>
                <a:latin typeface="Arial"/>
                <a:ea typeface="Arial"/>
                <a:cs typeface="Arial"/>
              </a:defRPr>
            </a:pPr>
            <a:r>
              <a:rPr sz="2700" b="1">
                <a:solidFill>
                  <a:srgbClr val="F3F6F2"/>
                </a:solidFill>
                <a:latin typeface="Arial"/>
                <a:ea typeface="Arial"/>
                <a:cs typeface="Arial"/>
              </a:rPr>
              <a:t>Validation evidence and limits</a:t>
            </a:r>
          </a:p>
        </p:txBody>
      </p:sp>
      <p:sp>
        <p:nvSpPr>
          <p:cNvPr id="2" name="">
            <a:extLst xmlns:a="http://schemas.openxmlformats.org/drawingml/2006/main">
              <a:ext uri="{FF2B5EF4-FFF2-40B4-BE49-F238E27FC236}">
                <a16:creationId xmlns:a16="http://schemas.microsoft.com/office/drawing/2014/main" id="{6ED6BF42-0F2A-494C-9F7C-AF560F1F71FB}"/>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3" name="">
            <a:extLst xmlns:a="http://schemas.openxmlformats.org/drawingml/2006/main">
              <a:ext uri="{FF2B5EF4-FFF2-40B4-BE49-F238E27FC236}">
                <a16:creationId xmlns:a16="http://schemas.microsoft.com/office/drawing/2014/main" id="{58B21CF7-6844-44A9-9799-5424B3F37AAE}"/>
              </a:ext>
            </a:extLst>
          </p:cNvPr>
          <p:cNvPicPr>
            <a:picLocks xmlns:a="http://schemas.openxmlformats.org/drawingml/2006/main" noChangeAspect="1"/>
          </p:cNvPicPr>
          <p:nvPr/>
        </p:nvPicPr>
        <p:blipFill>
          <a:blip xmlns:r="http://schemas.openxmlformats.org/officeDocument/2006/relationships" xmlns:a="http://schemas.openxmlformats.org/drawingml/2006/main" r:embed="R68f2d6f2de7e4214"/>
          <a:stretch xmlns:a="http://schemas.openxmlformats.org/drawingml/2006/main"/>
        </p:blipFill>
        <p:spPr>
          <a:xfrm xmlns:a="http://schemas.openxmlformats.org/drawingml/2006/main">
            <a:off x="590550" y="2361849"/>
            <a:ext cx="6286500" cy="2667703"/>
          </a:xfrm>
          <a:prstGeom xmlns:a="http://schemas.openxmlformats.org/drawingml/2006/main" prst="roundRect">
            <a:avLst>
              <a:gd name="adj" fmla="val 2232"/>
            </a:avLst>
          </a:prstGeom>
        </p:spPr>
      </p:pic>
      <p:sp>
        <p:nvSpPr>
          <p:cNvPr id="4" name="">
            <a:extLst xmlns:a="http://schemas.openxmlformats.org/drawingml/2006/main">
              <a:ext uri="{FF2B5EF4-FFF2-40B4-BE49-F238E27FC236}">
                <a16:creationId xmlns:a16="http://schemas.microsoft.com/office/drawing/2014/main" id="{6EFEFC61-26E1-4023-B21A-B918F60BA0DE}"/>
              </a:ext>
            </a:extLst>
          </p:cNvPr>
          <p:cNvSpPr>
            <a:spLocks xmlns:a="http://schemas.openxmlformats.org/drawingml/2006/main" noGrp="1"/>
          </p:cNvSpPr>
          <p:nvPr/>
        </p:nvSpPr>
        <p:spPr>
          <a:xfrm xmlns:a="http://schemas.openxmlformats.org/drawingml/2006/main">
            <a:off x="590550" y="59245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AFC4C6"/>
                </a:solidFill>
                <a:latin typeface="Arial"/>
                <a:ea typeface="Arial"/>
                <a:cs typeface="Arial"/>
              </a:defRPr>
            </a:defPPr>
            <a:lvl1pPr algn="ctr">
              <a:defRPr sz="1125" b="1">
                <a:solidFill>
                  <a:srgbClr val="AFC4C6"/>
                </a:solidFill>
                <a:latin typeface="Arial"/>
                <a:ea typeface="Arial"/>
                <a:cs typeface="Arial"/>
              </a:defRPr>
            </a:lvl1pPr>
            <a:lvl2pPr algn="ctr">
              <a:defRPr sz="1125" b="1">
                <a:solidFill>
                  <a:srgbClr val="AFC4C6"/>
                </a:solidFill>
                <a:latin typeface="Arial"/>
                <a:ea typeface="Arial"/>
                <a:cs typeface="Arial"/>
              </a:defRPr>
            </a:lvl2pPr>
            <a:lvl3pPr algn="ctr">
              <a:defRPr sz="1125" b="1">
                <a:solidFill>
                  <a:srgbClr val="AFC4C6"/>
                </a:solidFill>
                <a:latin typeface="Arial"/>
                <a:ea typeface="Arial"/>
                <a:cs typeface="Arial"/>
              </a:defRPr>
            </a:lvl3pPr>
            <a:lvl4pPr algn="ctr">
              <a:defRPr sz="1125" b="1">
                <a:solidFill>
                  <a:srgbClr val="AFC4C6"/>
                </a:solidFill>
                <a:latin typeface="Arial"/>
                <a:ea typeface="Arial"/>
                <a:cs typeface="Arial"/>
              </a:defRPr>
            </a:lvl4pPr>
            <a:lvl5pPr algn="ctr">
              <a:defRPr sz="1125" b="1">
                <a:solidFill>
                  <a:srgbClr val="AFC4C6"/>
                </a:solidFill>
                <a:latin typeface="Arial"/>
                <a:ea typeface="Arial"/>
                <a:cs typeface="Arial"/>
              </a:defRPr>
            </a:lvl5pPr>
            <a:lvl6pPr algn="ctr">
              <a:defRPr sz="1125" b="1">
                <a:solidFill>
                  <a:srgbClr val="AFC4C6"/>
                </a:solidFill>
                <a:latin typeface="Arial"/>
                <a:ea typeface="Arial"/>
                <a:cs typeface="Arial"/>
              </a:defRPr>
            </a:lvl6pPr>
            <a:lvl7pPr algn="ctr">
              <a:defRPr sz="1125" b="1">
                <a:solidFill>
                  <a:srgbClr val="AFC4C6"/>
                </a:solidFill>
                <a:latin typeface="Arial"/>
                <a:ea typeface="Arial"/>
                <a:cs typeface="Arial"/>
              </a:defRPr>
            </a:lvl7pPr>
            <a:lvl8pPr algn="ctr">
              <a:defRPr sz="1125" b="1">
                <a:solidFill>
                  <a:srgbClr val="AFC4C6"/>
                </a:solidFill>
                <a:latin typeface="Arial"/>
                <a:ea typeface="Arial"/>
                <a:cs typeface="Arial"/>
              </a:defRPr>
            </a:lvl8pPr>
            <a:lvl9pPr algn="ctr">
              <a:defRPr sz="1125" b="1">
                <a:solidFill>
                  <a:srgbClr val="AFC4C6"/>
                </a:solidFill>
                <a:latin typeface="Arial"/>
                <a:ea typeface="Arial"/>
                <a:cs typeface="Arial"/>
              </a:defRPr>
            </a:lvl9pPr>
          </a:lstStyle>
          <a:p xmlns:a="http://schemas.openxmlformats.org/drawingml/2006/main">
            <a:pPr algn="ctr">
              <a:defRPr sz="1125" b="1">
                <a:solidFill>
                  <a:srgbClr val="AFC4C6"/>
                </a:solidFill>
                <a:latin typeface="Arial"/>
                <a:ea typeface="Arial"/>
                <a:cs typeface="Arial"/>
              </a:defRPr>
            </a:pPr>
            <a:r>
              <a:rPr sz="1125" b="1">
                <a:solidFill>
                  <a:srgbClr val="AFC4C6"/>
                </a:solidFill>
                <a:latin typeface="Arial"/>
                <a:ea typeface="Arial"/>
                <a:cs typeface="Arial"/>
              </a:rPr>
              <a:t>Training area: west    Tuning area: middle    Test area: east</a:t>
            </a:r>
          </a:p>
        </p:txBody>
      </p:sp>
      <p:sp>
        <p:nvSpPr>
          <p:cNvPr id="5" name="">
            <a:extLst xmlns:a="http://schemas.openxmlformats.org/drawingml/2006/main">
              <a:ext uri="{FF2B5EF4-FFF2-40B4-BE49-F238E27FC236}">
                <a16:creationId xmlns:a16="http://schemas.microsoft.com/office/drawing/2014/main" id="{49EE530E-A791-4BE6-829C-0F4A240B8DC3}"/>
              </a:ext>
            </a:extLst>
          </p:cNvPr>
          <p:cNvSpPr>
            <a:spLocks xmlns:a="http://schemas.openxmlformats.org/drawingml/2006/main" noGrp="1"/>
          </p:cNvSpPr>
          <p:nvPr/>
        </p:nvSpPr>
        <p:spPr>
          <a:xfrm xmlns:a="http://schemas.openxmlformats.org/drawingml/2006/main">
            <a:off x="7181850" y="1562100"/>
            <a:ext cx="9525" cy="47053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7892BC8B-5090-46B8-968F-5192225D6C63}"/>
              </a:ext>
            </a:extLst>
          </p:cNvPr>
          <p:cNvSpPr>
            <a:spLocks xmlns:a="http://schemas.openxmlformats.org/drawingml/2006/main" noGrp="1"/>
          </p:cNvSpPr>
          <p:nvPr/>
        </p:nvSpPr>
        <p:spPr>
          <a:xfrm xmlns:a="http://schemas.openxmlformats.org/drawingml/2006/main">
            <a:off x="7524750" y="16383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defRPr sz="975" b="1">
                <a:solidFill>
                  <a:srgbClr val="1AA58F"/>
                </a:solidFill>
                <a:latin typeface="Arial"/>
                <a:ea typeface="Arial"/>
                <a:cs typeface="Arial"/>
              </a:defRPr>
            </a:lvl1pPr>
            <a:lvl2pPr algn="l">
              <a:defRPr sz="975" b="1">
                <a:solidFill>
                  <a:srgbClr val="1AA58F"/>
                </a:solidFill>
                <a:latin typeface="Arial"/>
                <a:ea typeface="Arial"/>
                <a:cs typeface="Arial"/>
              </a:defRPr>
            </a:lvl2pPr>
            <a:lvl3pPr algn="l">
              <a:defRPr sz="975" b="1">
                <a:solidFill>
                  <a:srgbClr val="1AA58F"/>
                </a:solidFill>
                <a:latin typeface="Arial"/>
                <a:ea typeface="Arial"/>
                <a:cs typeface="Arial"/>
              </a:defRPr>
            </a:lvl3pPr>
            <a:lvl4pPr algn="l">
              <a:defRPr sz="975" b="1">
                <a:solidFill>
                  <a:srgbClr val="1AA58F"/>
                </a:solidFill>
                <a:latin typeface="Arial"/>
                <a:ea typeface="Arial"/>
                <a:cs typeface="Arial"/>
              </a:defRPr>
            </a:lvl4pPr>
            <a:lvl5pPr algn="l">
              <a:defRPr sz="975" b="1">
                <a:solidFill>
                  <a:srgbClr val="1AA58F"/>
                </a:solidFill>
                <a:latin typeface="Arial"/>
                <a:ea typeface="Arial"/>
                <a:cs typeface="Arial"/>
              </a:defRPr>
            </a:lvl5pPr>
            <a:lvl6pPr algn="l">
              <a:defRPr sz="975" b="1">
                <a:solidFill>
                  <a:srgbClr val="1AA58F"/>
                </a:solidFill>
                <a:latin typeface="Arial"/>
                <a:ea typeface="Arial"/>
                <a:cs typeface="Arial"/>
              </a:defRPr>
            </a:lvl6pPr>
            <a:lvl7pPr algn="l">
              <a:defRPr sz="975" b="1">
                <a:solidFill>
                  <a:srgbClr val="1AA58F"/>
                </a:solidFill>
                <a:latin typeface="Arial"/>
                <a:ea typeface="Arial"/>
                <a:cs typeface="Arial"/>
              </a:defRPr>
            </a:lvl7pPr>
            <a:lvl8pPr algn="l">
              <a:defRPr sz="975" b="1">
                <a:solidFill>
                  <a:srgbClr val="1AA58F"/>
                </a:solidFill>
                <a:latin typeface="Arial"/>
                <a:ea typeface="Arial"/>
                <a:cs typeface="Arial"/>
              </a:defRPr>
            </a:lvl8pPr>
            <a:lvl9pPr algn="l">
              <a:defRPr sz="975" b="1">
                <a:solidFill>
                  <a:srgbClr val="1AA58F"/>
                </a:solidFill>
                <a:latin typeface="Arial"/>
                <a:ea typeface="Arial"/>
                <a:cs typeface="Arial"/>
              </a:defRPr>
            </a:lvl9pPr>
          </a:lstStyle>
          <a:p xmlns:a="http://schemas.openxmlformats.org/drawingml/2006/main">
            <a:pPr algn="l">
              <a:defRPr sz="975" b="1">
                <a:solidFill>
                  <a:srgbClr val="1AA58F"/>
                </a:solidFill>
                <a:latin typeface="Arial"/>
                <a:ea typeface="Arial"/>
                <a:cs typeface="Arial"/>
              </a:defRPr>
            </a:pPr>
            <a:r>
              <a:rPr sz="975" b="1">
                <a:solidFill>
                  <a:srgbClr val="1AA58F"/>
                </a:solidFill>
                <a:latin typeface="Arial"/>
                <a:ea typeface="Arial"/>
                <a:cs typeface="Arial"/>
              </a:rPr>
              <a:t>RESULTS</a:t>
            </a:r>
          </a:p>
        </p:txBody>
      </p:sp>
      <p:sp>
        <p:nvSpPr>
          <p:cNvPr id="7" name="">
            <a:extLst xmlns:a="http://schemas.openxmlformats.org/drawingml/2006/main">
              <a:ext uri="{FF2B5EF4-FFF2-40B4-BE49-F238E27FC236}">
                <a16:creationId xmlns:a16="http://schemas.microsoft.com/office/drawing/2014/main" id="{7728A8B3-4DF4-4F84-B272-B2A2D3F27E14}"/>
              </a:ext>
            </a:extLst>
          </p:cNvPr>
          <p:cNvSpPr>
            <a:spLocks xmlns:a="http://schemas.openxmlformats.org/drawingml/2006/main" noGrp="1"/>
          </p:cNvSpPr>
          <p:nvPr/>
        </p:nvSpPr>
        <p:spPr>
          <a:xfrm xmlns:a="http://schemas.openxmlformats.org/drawingml/2006/main">
            <a:off x="7524750" y="19812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defRPr sz="1200">
                <a:solidFill>
                  <a:srgbClr val="F3F6F2"/>
                </a:solidFill>
                <a:latin typeface="Arial"/>
                <a:ea typeface="Arial"/>
                <a:cs typeface="Arial"/>
              </a:defRPr>
            </a:lvl1pPr>
            <a:lvl2pPr algn="l">
              <a:defRPr sz="1200">
                <a:solidFill>
                  <a:srgbClr val="F3F6F2"/>
                </a:solidFill>
                <a:latin typeface="Arial"/>
                <a:ea typeface="Arial"/>
                <a:cs typeface="Arial"/>
              </a:defRPr>
            </a:lvl2pPr>
            <a:lvl3pPr algn="l">
              <a:defRPr sz="1200">
                <a:solidFill>
                  <a:srgbClr val="F3F6F2"/>
                </a:solidFill>
                <a:latin typeface="Arial"/>
                <a:ea typeface="Arial"/>
                <a:cs typeface="Arial"/>
              </a:defRPr>
            </a:lvl3pPr>
            <a:lvl4pPr algn="l">
              <a:defRPr sz="1200">
                <a:solidFill>
                  <a:srgbClr val="F3F6F2"/>
                </a:solidFill>
                <a:latin typeface="Arial"/>
                <a:ea typeface="Arial"/>
                <a:cs typeface="Arial"/>
              </a:defRPr>
            </a:lvl4pPr>
            <a:lvl5pPr algn="l">
              <a:defRPr sz="1200">
                <a:solidFill>
                  <a:srgbClr val="F3F6F2"/>
                </a:solidFill>
                <a:latin typeface="Arial"/>
                <a:ea typeface="Arial"/>
                <a:cs typeface="Arial"/>
              </a:defRPr>
            </a:lvl5pPr>
            <a:lvl6pPr algn="l">
              <a:defRPr sz="1200">
                <a:solidFill>
                  <a:srgbClr val="F3F6F2"/>
                </a:solidFill>
                <a:latin typeface="Arial"/>
                <a:ea typeface="Arial"/>
                <a:cs typeface="Arial"/>
              </a:defRPr>
            </a:lvl6pPr>
            <a:lvl7pPr algn="l">
              <a:defRPr sz="1200">
                <a:solidFill>
                  <a:srgbClr val="F3F6F2"/>
                </a:solidFill>
                <a:latin typeface="Arial"/>
                <a:ea typeface="Arial"/>
                <a:cs typeface="Arial"/>
              </a:defRPr>
            </a:lvl7pPr>
            <a:lvl8pPr algn="l">
              <a:defRPr sz="1200">
                <a:solidFill>
                  <a:srgbClr val="F3F6F2"/>
                </a:solidFill>
                <a:latin typeface="Arial"/>
                <a:ea typeface="Arial"/>
                <a:cs typeface="Arial"/>
              </a:defRPr>
            </a:lvl8pPr>
            <a:lvl9pPr algn="l">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east-side holdout was compared with WorldCover.</a:t>
            </a:r>
          </a:p>
        </p:txBody>
      </p:sp>
      <p:sp>
        <p:nvSpPr>
          <p:cNvPr id="8" name="">
            <a:extLst xmlns:a="http://schemas.openxmlformats.org/drawingml/2006/main">
              <a:ext uri="{FF2B5EF4-FFF2-40B4-BE49-F238E27FC236}">
                <a16:creationId xmlns:a16="http://schemas.microsoft.com/office/drawing/2014/main" id="{6CF4CB5F-E3EA-48BD-BCAB-7D4A7E8C74F3}"/>
              </a:ext>
            </a:extLst>
          </p:cNvPr>
          <p:cNvSpPr>
            <a:spLocks xmlns:a="http://schemas.openxmlformats.org/drawingml/2006/main" noGrp="1"/>
          </p:cNvSpPr>
          <p:nvPr/>
        </p:nvSpPr>
        <p:spPr>
          <a:xfrm xmlns:a="http://schemas.openxmlformats.org/drawingml/2006/main">
            <a:off x="7524750" y="25527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defRPr sz="1200">
                <a:solidFill>
                  <a:srgbClr val="F3F6F2"/>
                </a:solidFill>
                <a:latin typeface="Arial"/>
                <a:ea typeface="Arial"/>
                <a:cs typeface="Arial"/>
              </a:defRPr>
            </a:lvl1pPr>
            <a:lvl2pPr algn="l">
              <a:defRPr sz="1200">
                <a:solidFill>
                  <a:srgbClr val="F3F6F2"/>
                </a:solidFill>
                <a:latin typeface="Arial"/>
                <a:ea typeface="Arial"/>
                <a:cs typeface="Arial"/>
              </a:defRPr>
            </a:lvl2pPr>
            <a:lvl3pPr algn="l">
              <a:defRPr sz="1200">
                <a:solidFill>
                  <a:srgbClr val="F3F6F2"/>
                </a:solidFill>
                <a:latin typeface="Arial"/>
                <a:ea typeface="Arial"/>
                <a:cs typeface="Arial"/>
              </a:defRPr>
            </a:lvl3pPr>
            <a:lvl4pPr algn="l">
              <a:defRPr sz="1200">
                <a:solidFill>
                  <a:srgbClr val="F3F6F2"/>
                </a:solidFill>
                <a:latin typeface="Arial"/>
                <a:ea typeface="Arial"/>
                <a:cs typeface="Arial"/>
              </a:defRPr>
            </a:lvl4pPr>
            <a:lvl5pPr algn="l">
              <a:defRPr sz="1200">
                <a:solidFill>
                  <a:srgbClr val="F3F6F2"/>
                </a:solidFill>
                <a:latin typeface="Arial"/>
                <a:ea typeface="Arial"/>
                <a:cs typeface="Arial"/>
              </a:defRPr>
            </a:lvl5pPr>
            <a:lvl6pPr algn="l">
              <a:defRPr sz="1200">
                <a:solidFill>
                  <a:srgbClr val="F3F6F2"/>
                </a:solidFill>
                <a:latin typeface="Arial"/>
                <a:ea typeface="Arial"/>
                <a:cs typeface="Arial"/>
              </a:defRPr>
            </a:lvl6pPr>
            <a:lvl7pPr algn="l">
              <a:defRPr sz="1200">
                <a:solidFill>
                  <a:srgbClr val="F3F6F2"/>
                </a:solidFill>
                <a:latin typeface="Arial"/>
                <a:ea typeface="Arial"/>
                <a:cs typeface="Arial"/>
              </a:defRPr>
            </a:lvl7pPr>
            <a:lvl8pPr algn="l">
              <a:defRPr sz="1200">
                <a:solidFill>
                  <a:srgbClr val="F3F6F2"/>
                </a:solidFill>
                <a:latin typeface="Arial"/>
                <a:ea typeface="Arial"/>
                <a:cs typeface="Arial"/>
              </a:defRPr>
            </a:lvl8pPr>
            <a:lvl9pPr algn="l">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F1 0.88, IoU 0.78 and balanced accuracy 0.89.</a:t>
            </a:r>
          </a:p>
        </p:txBody>
      </p:sp>
      <p:sp>
        <p:nvSpPr>
          <p:cNvPr id="9" name="">
            <a:extLst xmlns:a="http://schemas.openxmlformats.org/drawingml/2006/main">
              <a:ext uri="{FF2B5EF4-FFF2-40B4-BE49-F238E27FC236}">
                <a16:creationId xmlns:a16="http://schemas.microsoft.com/office/drawing/2014/main" id="{6D866C21-5947-4B6C-8446-030BA60B1FDF}"/>
              </a:ext>
            </a:extLst>
          </p:cNvPr>
          <p:cNvSpPr>
            <a:spLocks xmlns:a="http://schemas.openxmlformats.org/drawingml/2006/main" noGrp="1"/>
          </p:cNvSpPr>
          <p:nvPr/>
        </p:nvSpPr>
        <p:spPr>
          <a:xfrm xmlns:a="http://schemas.openxmlformats.org/drawingml/2006/main">
            <a:off x="7524750" y="3124200"/>
            <a:ext cx="369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defRPr sz="1200">
                <a:solidFill>
                  <a:srgbClr val="F3F6F2"/>
                </a:solidFill>
                <a:latin typeface="Arial"/>
                <a:ea typeface="Arial"/>
                <a:cs typeface="Arial"/>
              </a:defRPr>
            </a:lvl1pPr>
            <a:lvl2pPr algn="l">
              <a:defRPr sz="1200">
                <a:solidFill>
                  <a:srgbClr val="F3F6F2"/>
                </a:solidFill>
                <a:latin typeface="Arial"/>
                <a:ea typeface="Arial"/>
                <a:cs typeface="Arial"/>
              </a:defRPr>
            </a:lvl2pPr>
            <a:lvl3pPr algn="l">
              <a:defRPr sz="1200">
                <a:solidFill>
                  <a:srgbClr val="F3F6F2"/>
                </a:solidFill>
                <a:latin typeface="Arial"/>
                <a:ea typeface="Arial"/>
                <a:cs typeface="Arial"/>
              </a:defRPr>
            </a:lvl3pPr>
            <a:lvl4pPr algn="l">
              <a:defRPr sz="1200">
                <a:solidFill>
                  <a:srgbClr val="F3F6F2"/>
                </a:solidFill>
                <a:latin typeface="Arial"/>
                <a:ea typeface="Arial"/>
                <a:cs typeface="Arial"/>
              </a:defRPr>
            </a:lvl4pPr>
            <a:lvl5pPr algn="l">
              <a:defRPr sz="1200">
                <a:solidFill>
                  <a:srgbClr val="F3F6F2"/>
                </a:solidFill>
                <a:latin typeface="Arial"/>
                <a:ea typeface="Arial"/>
                <a:cs typeface="Arial"/>
              </a:defRPr>
            </a:lvl5pPr>
            <a:lvl6pPr algn="l">
              <a:defRPr sz="1200">
                <a:solidFill>
                  <a:srgbClr val="F3F6F2"/>
                </a:solidFill>
                <a:latin typeface="Arial"/>
                <a:ea typeface="Arial"/>
                <a:cs typeface="Arial"/>
              </a:defRPr>
            </a:lvl6pPr>
            <a:lvl7pPr algn="l">
              <a:defRPr sz="1200">
                <a:solidFill>
                  <a:srgbClr val="F3F6F2"/>
                </a:solidFill>
                <a:latin typeface="Arial"/>
                <a:ea typeface="Arial"/>
                <a:cs typeface="Arial"/>
              </a:defRPr>
            </a:lvl7pPr>
            <a:lvl8pPr algn="l">
              <a:defRPr sz="1200">
                <a:solidFill>
                  <a:srgbClr val="F3F6F2"/>
                </a:solidFill>
                <a:latin typeface="Arial"/>
                <a:ea typeface="Arial"/>
                <a:cs typeface="Arial"/>
              </a:defRPr>
            </a:lvl8pPr>
            <a:lvl9pPr algn="l">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test contains 36,156 reference pixels.</a:t>
            </a:r>
          </a:p>
        </p:txBody>
      </p:sp>
      <p:sp>
        <p:nvSpPr>
          <p:cNvPr id="10" name="">
            <a:extLst xmlns:a="http://schemas.openxmlformats.org/drawingml/2006/main">
              <a:ext uri="{FF2B5EF4-FFF2-40B4-BE49-F238E27FC236}">
                <a16:creationId xmlns:a16="http://schemas.microsoft.com/office/drawing/2014/main" id="{4850286E-1497-4113-99E9-B0892888683D}"/>
              </a:ext>
            </a:extLst>
          </p:cNvPr>
          <p:cNvSpPr>
            <a:spLocks xmlns:a="http://schemas.openxmlformats.org/drawingml/2006/main" noGrp="1"/>
          </p:cNvSpPr>
          <p:nvPr/>
        </p:nvSpPr>
        <p:spPr>
          <a:xfrm xmlns:a="http://schemas.openxmlformats.org/drawingml/2006/main">
            <a:off x="7524750" y="3810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defRPr sz="975" b="1">
                <a:solidFill>
                  <a:srgbClr val="F06449"/>
                </a:solidFill>
                <a:latin typeface="Arial"/>
                <a:ea typeface="Arial"/>
                <a:cs typeface="Arial"/>
              </a:defRPr>
            </a:lvl1pPr>
            <a:lvl2pPr algn="l">
              <a:defRPr sz="975" b="1">
                <a:solidFill>
                  <a:srgbClr val="F06449"/>
                </a:solidFill>
                <a:latin typeface="Arial"/>
                <a:ea typeface="Arial"/>
                <a:cs typeface="Arial"/>
              </a:defRPr>
            </a:lvl2pPr>
            <a:lvl3pPr algn="l">
              <a:defRPr sz="975" b="1">
                <a:solidFill>
                  <a:srgbClr val="F06449"/>
                </a:solidFill>
                <a:latin typeface="Arial"/>
                <a:ea typeface="Arial"/>
                <a:cs typeface="Arial"/>
              </a:defRPr>
            </a:lvl3pPr>
            <a:lvl4pPr algn="l">
              <a:defRPr sz="975" b="1">
                <a:solidFill>
                  <a:srgbClr val="F06449"/>
                </a:solidFill>
                <a:latin typeface="Arial"/>
                <a:ea typeface="Arial"/>
                <a:cs typeface="Arial"/>
              </a:defRPr>
            </a:lvl4pPr>
            <a:lvl5pPr algn="l">
              <a:defRPr sz="975" b="1">
                <a:solidFill>
                  <a:srgbClr val="F06449"/>
                </a:solidFill>
                <a:latin typeface="Arial"/>
                <a:ea typeface="Arial"/>
                <a:cs typeface="Arial"/>
              </a:defRPr>
            </a:lvl5pPr>
            <a:lvl6pPr algn="l">
              <a:defRPr sz="975" b="1">
                <a:solidFill>
                  <a:srgbClr val="F06449"/>
                </a:solidFill>
                <a:latin typeface="Arial"/>
                <a:ea typeface="Arial"/>
                <a:cs typeface="Arial"/>
              </a:defRPr>
            </a:lvl6pPr>
            <a:lvl7pPr algn="l">
              <a:defRPr sz="975" b="1">
                <a:solidFill>
                  <a:srgbClr val="F06449"/>
                </a:solidFill>
                <a:latin typeface="Arial"/>
                <a:ea typeface="Arial"/>
                <a:cs typeface="Arial"/>
              </a:defRPr>
            </a:lvl7pPr>
            <a:lvl8pPr algn="l">
              <a:defRPr sz="975" b="1">
                <a:solidFill>
                  <a:srgbClr val="F06449"/>
                </a:solidFill>
                <a:latin typeface="Arial"/>
                <a:ea typeface="Arial"/>
                <a:cs typeface="Arial"/>
              </a:defRPr>
            </a:lvl8pPr>
            <a:lvl9pPr algn="l">
              <a:defRPr sz="975" b="1">
                <a:solidFill>
                  <a:srgbClr val="F06449"/>
                </a:solidFill>
                <a:latin typeface="Arial"/>
                <a:ea typeface="Arial"/>
                <a:cs typeface="Arial"/>
              </a:defRPr>
            </a:lvl9pPr>
          </a:lstStyle>
          <a:p xmlns:a="http://schemas.openxmlformats.org/drawingml/2006/main">
            <a:pPr algn="l">
              <a:defRPr sz="975" b="1">
                <a:solidFill>
                  <a:srgbClr val="F06449"/>
                </a:solidFill>
                <a:latin typeface="Arial"/>
                <a:ea typeface="Arial"/>
                <a:cs typeface="Arial"/>
              </a:defRPr>
            </a:pPr>
            <a:r>
              <a:rPr sz="975" b="1">
                <a:solidFill>
                  <a:srgbClr val="F06449"/>
                </a:solidFill>
                <a:latin typeface="Arial"/>
                <a:ea typeface="Arial"/>
                <a:cs typeface="Arial"/>
              </a:rPr>
              <a:t>LIMITS</a:t>
            </a:r>
          </a:p>
        </p:txBody>
      </p:sp>
      <p:sp>
        <p:nvSpPr>
          <p:cNvPr id="11" name="">
            <a:extLst xmlns:a="http://schemas.openxmlformats.org/drawingml/2006/main">
              <a:ext uri="{FF2B5EF4-FFF2-40B4-BE49-F238E27FC236}">
                <a16:creationId xmlns:a16="http://schemas.microsoft.com/office/drawing/2014/main" id="{EEADD76E-0B7A-4439-9CDC-D35C59E5CCBC}"/>
              </a:ext>
            </a:extLst>
          </p:cNvPr>
          <p:cNvSpPr>
            <a:spLocks xmlns:a="http://schemas.openxmlformats.org/drawingml/2006/main" noGrp="1"/>
          </p:cNvSpPr>
          <p:nvPr/>
        </p:nvSpPr>
        <p:spPr>
          <a:xfrm xmlns:a="http://schemas.openxmlformats.org/drawingml/2006/main">
            <a:off x="7524750" y="41719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defRPr sz="1200">
                <a:solidFill>
                  <a:srgbClr val="F3F6F2"/>
                </a:solidFill>
                <a:latin typeface="Arial"/>
                <a:ea typeface="Arial"/>
                <a:cs typeface="Arial"/>
              </a:defRPr>
            </a:lvl1pPr>
            <a:lvl2pPr algn="l">
              <a:defRPr sz="1200">
                <a:solidFill>
                  <a:srgbClr val="F3F6F2"/>
                </a:solidFill>
                <a:latin typeface="Arial"/>
                <a:ea typeface="Arial"/>
                <a:cs typeface="Arial"/>
              </a:defRPr>
            </a:lvl2pPr>
            <a:lvl3pPr algn="l">
              <a:defRPr sz="1200">
                <a:solidFill>
                  <a:srgbClr val="F3F6F2"/>
                </a:solidFill>
                <a:latin typeface="Arial"/>
                <a:ea typeface="Arial"/>
                <a:cs typeface="Arial"/>
              </a:defRPr>
            </a:lvl3pPr>
            <a:lvl4pPr algn="l">
              <a:defRPr sz="1200">
                <a:solidFill>
                  <a:srgbClr val="F3F6F2"/>
                </a:solidFill>
                <a:latin typeface="Arial"/>
                <a:ea typeface="Arial"/>
                <a:cs typeface="Arial"/>
              </a:defRPr>
            </a:lvl4pPr>
            <a:lvl5pPr algn="l">
              <a:defRPr sz="1200">
                <a:solidFill>
                  <a:srgbClr val="F3F6F2"/>
                </a:solidFill>
                <a:latin typeface="Arial"/>
                <a:ea typeface="Arial"/>
                <a:cs typeface="Arial"/>
              </a:defRPr>
            </a:lvl5pPr>
            <a:lvl6pPr algn="l">
              <a:defRPr sz="1200">
                <a:solidFill>
                  <a:srgbClr val="F3F6F2"/>
                </a:solidFill>
                <a:latin typeface="Arial"/>
                <a:ea typeface="Arial"/>
                <a:cs typeface="Arial"/>
              </a:defRPr>
            </a:lvl6pPr>
            <a:lvl7pPr algn="l">
              <a:defRPr sz="1200">
                <a:solidFill>
                  <a:srgbClr val="F3F6F2"/>
                </a:solidFill>
                <a:latin typeface="Arial"/>
                <a:ea typeface="Arial"/>
                <a:cs typeface="Arial"/>
              </a:defRPr>
            </a:lvl7pPr>
            <a:lvl8pPr algn="l">
              <a:defRPr sz="1200">
                <a:solidFill>
                  <a:srgbClr val="F3F6F2"/>
                </a:solidFill>
                <a:latin typeface="Arial"/>
                <a:ea typeface="Arial"/>
                <a:cs typeface="Arial"/>
              </a:defRPr>
            </a:lvl8pPr>
            <a:lvl9pPr algn="l">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Field accuracy.</a:t>
            </a:r>
          </a:p>
        </p:txBody>
      </p:sp>
      <p:sp>
        <p:nvSpPr>
          <p:cNvPr id="12" name="">
            <a:extLst xmlns:a="http://schemas.openxmlformats.org/drawingml/2006/main">
              <a:ext uri="{FF2B5EF4-FFF2-40B4-BE49-F238E27FC236}">
                <a16:creationId xmlns:a16="http://schemas.microsoft.com/office/drawing/2014/main" id="{398FC2DB-BACA-410E-9E4C-717EF1C0A957}"/>
              </a:ext>
            </a:extLst>
          </p:cNvPr>
          <p:cNvSpPr>
            <a:spLocks xmlns:a="http://schemas.openxmlformats.org/drawingml/2006/main" noGrp="1"/>
          </p:cNvSpPr>
          <p:nvPr/>
        </p:nvSpPr>
        <p:spPr>
          <a:xfrm xmlns:a="http://schemas.openxmlformats.org/drawingml/2006/main">
            <a:off x="7524750" y="46291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defRPr sz="1200">
                <a:solidFill>
                  <a:srgbClr val="F3F6F2"/>
                </a:solidFill>
                <a:latin typeface="Arial"/>
                <a:ea typeface="Arial"/>
                <a:cs typeface="Arial"/>
              </a:defRPr>
            </a:lvl1pPr>
            <a:lvl2pPr algn="l">
              <a:defRPr sz="1200">
                <a:solidFill>
                  <a:srgbClr val="F3F6F2"/>
                </a:solidFill>
                <a:latin typeface="Arial"/>
                <a:ea typeface="Arial"/>
                <a:cs typeface="Arial"/>
              </a:defRPr>
            </a:lvl2pPr>
            <a:lvl3pPr algn="l">
              <a:defRPr sz="1200">
                <a:solidFill>
                  <a:srgbClr val="F3F6F2"/>
                </a:solidFill>
                <a:latin typeface="Arial"/>
                <a:ea typeface="Arial"/>
                <a:cs typeface="Arial"/>
              </a:defRPr>
            </a:lvl3pPr>
            <a:lvl4pPr algn="l">
              <a:defRPr sz="1200">
                <a:solidFill>
                  <a:srgbClr val="F3F6F2"/>
                </a:solidFill>
                <a:latin typeface="Arial"/>
                <a:ea typeface="Arial"/>
                <a:cs typeface="Arial"/>
              </a:defRPr>
            </a:lvl4pPr>
            <a:lvl5pPr algn="l">
              <a:defRPr sz="1200">
                <a:solidFill>
                  <a:srgbClr val="F3F6F2"/>
                </a:solidFill>
                <a:latin typeface="Arial"/>
                <a:ea typeface="Arial"/>
                <a:cs typeface="Arial"/>
              </a:defRPr>
            </a:lvl5pPr>
            <a:lvl6pPr algn="l">
              <a:defRPr sz="1200">
                <a:solidFill>
                  <a:srgbClr val="F3F6F2"/>
                </a:solidFill>
                <a:latin typeface="Arial"/>
                <a:ea typeface="Arial"/>
                <a:cs typeface="Arial"/>
              </a:defRPr>
            </a:lvl6pPr>
            <a:lvl7pPr algn="l">
              <a:defRPr sz="1200">
                <a:solidFill>
                  <a:srgbClr val="F3F6F2"/>
                </a:solidFill>
                <a:latin typeface="Arial"/>
                <a:ea typeface="Arial"/>
                <a:cs typeface="Arial"/>
              </a:defRPr>
            </a:lvl7pPr>
            <a:lvl8pPr algn="l">
              <a:defRPr sz="1200">
                <a:solidFill>
                  <a:srgbClr val="F3F6F2"/>
                </a:solidFill>
                <a:latin typeface="Arial"/>
                <a:ea typeface="Arial"/>
                <a:cs typeface="Arial"/>
              </a:defRPr>
            </a:lvl8pPr>
            <a:lvl9pPr algn="l">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Air temperature or health outcomes.</a:t>
            </a:r>
          </a:p>
        </p:txBody>
      </p:sp>
      <p:sp>
        <p:nvSpPr>
          <p:cNvPr id="13" name="">
            <a:extLst xmlns:a="http://schemas.openxmlformats.org/drawingml/2006/main">
              <a:ext uri="{FF2B5EF4-FFF2-40B4-BE49-F238E27FC236}">
                <a16:creationId xmlns:a16="http://schemas.microsoft.com/office/drawing/2014/main" id="{97D2E08A-EF85-459D-BD49-3041B1F680C3}"/>
              </a:ext>
            </a:extLst>
          </p:cNvPr>
          <p:cNvSpPr>
            <a:spLocks xmlns:a="http://schemas.openxmlformats.org/drawingml/2006/main" noGrp="1"/>
          </p:cNvSpPr>
          <p:nvPr/>
        </p:nvSpPr>
        <p:spPr>
          <a:xfrm xmlns:a="http://schemas.openxmlformats.org/drawingml/2006/main">
            <a:off x="7524750" y="508635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defRPr sz="1200">
                <a:solidFill>
                  <a:srgbClr val="F3F6F2"/>
                </a:solidFill>
                <a:latin typeface="Arial"/>
                <a:ea typeface="Arial"/>
                <a:cs typeface="Arial"/>
              </a:defRPr>
            </a:lvl1pPr>
            <a:lvl2pPr algn="l">
              <a:defRPr sz="1200">
                <a:solidFill>
                  <a:srgbClr val="F3F6F2"/>
                </a:solidFill>
                <a:latin typeface="Arial"/>
                <a:ea typeface="Arial"/>
                <a:cs typeface="Arial"/>
              </a:defRPr>
            </a:lvl2pPr>
            <a:lvl3pPr algn="l">
              <a:defRPr sz="1200">
                <a:solidFill>
                  <a:srgbClr val="F3F6F2"/>
                </a:solidFill>
                <a:latin typeface="Arial"/>
                <a:ea typeface="Arial"/>
                <a:cs typeface="Arial"/>
              </a:defRPr>
            </a:lvl3pPr>
            <a:lvl4pPr algn="l">
              <a:defRPr sz="1200">
                <a:solidFill>
                  <a:srgbClr val="F3F6F2"/>
                </a:solidFill>
                <a:latin typeface="Arial"/>
                <a:ea typeface="Arial"/>
                <a:cs typeface="Arial"/>
              </a:defRPr>
            </a:lvl4pPr>
            <a:lvl5pPr algn="l">
              <a:defRPr sz="1200">
                <a:solidFill>
                  <a:srgbClr val="F3F6F2"/>
                </a:solidFill>
                <a:latin typeface="Arial"/>
                <a:ea typeface="Arial"/>
                <a:cs typeface="Arial"/>
              </a:defRPr>
            </a:lvl5pPr>
            <a:lvl6pPr algn="l">
              <a:defRPr sz="1200">
                <a:solidFill>
                  <a:srgbClr val="F3F6F2"/>
                </a:solidFill>
                <a:latin typeface="Arial"/>
                <a:ea typeface="Arial"/>
                <a:cs typeface="Arial"/>
              </a:defRPr>
            </a:lvl6pPr>
            <a:lvl7pPr algn="l">
              <a:defRPr sz="1200">
                <a:solidFill>
                  <a:srgbClr val="F3F6F2"/>
                </a:solidFill>
                <a:latin typeface="Arial"/>
                <a:ea typeface="Arial"/>
                <a:cs typeface="Arial"/>
              </a:defRPr>
            </a:lvl7pPr>
            <a:lvl8pPr algn="l">
              <a:defRPr sz="1200">
                <a:solidFill>
                  <a:srgbClr val="F3F6F2"/>
                </a:solidFill>
                <a:latin typeface="Arial"/>
                <a:ea typeface="Arial"/>
                <a:cs typeface="Arial"/>
              </a:defRPr>
            </a:lvl8pPr>
            <a:lvl9pPr algn="l">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Municipal approval or user acceptance.</a:t>
            </a:r>
          </a:p>
        </p:txBody>
      </p:sp>
      <p:sp>
        <p:nvSpPr>
          <p:cNvPr id="14" name="">
            <a:extLst xmlns:a="http://schemas.openxmlformats.org/drawingml/2006/main">
              <a:ext uri="{FF2B5EF4-FFF2-40B4-BE49-F238E27FC236}">
                <a16:creationId xmlns:a16="http://schemas.microsoft.com/office/drawing/2014/main" id="{2AB7ACB5-C0F0-40A3-9BD0-EC51B35C89D1}"/>
              </a:ext>
            </a:extLst>
          </p:cNvPr>
          <p:cNvSpPr>
            <a:spLocks xmlns:a="http://schemas.openxmlformats.org/drawingml/2006/main" noGrp="1"/>
          </p:cNvSpPr>
          <p:nvPr/>
        </p:nvSpPr>
        <p:spPr>
          <a:xfrm xmlns:a="http://schemas.openxmlformats.org/drawingml/2006/main">
            <a:off x="7524750" y="575310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defRPr sz="1350" b="1">
                <a:solidFill>
                  <a:srgbClr val="E2AD2B"/>
                </a:solidFill>
                <a:latin typeface="Arial"/>
                <a:ea typeface="Arial"/>
                <a:cs typeface="Arial"/>
              </a:defRPr>
            </a:lvl1pPr>
            <a:lvl2pPr algn="l">
              <a:defRPr sz="1350" b="1">
                <a:solidFill>
                  <a:srgbClr val="E2AD2B"/>
                </a:solidFill>
                <a:latin typeface="Arial"/>
                <a:ea typeface="Arial"/>
                <a:cs typeface="Arial"/>
              </a:defRPr>
            </a:lvl2pPr>
            <a:lvl3pPr algn="l">
              <a:defRPr sz="1350" b="1">
                <a:solidFill>
                  <a:srgbClr val="E2AD2B"/>
                </a:solidFill>
                <a:latin typeface="Arial"/>
                <a:ea typeface="Arial"/>
                <a:cs typeface="Arial"/>
              </a:defRPr>
            </a:lvl3pPr>
            <a:lvl4pPr algn="l">
              <a:defRPr sz="1350" b="1">
                <a:solidFill>
                  <a:srgbClr val="E2AD2B"/>
                </a:solidFill>
                <a:latin typeface="Arial"/>
                <a:ea typeface="Arial"/>
                <a:cs typeface="Arial"/>
              </a:defRPr>
            </a:lvl4pPr>
            <a:lvl5pPr algn="l">
              <a:defRPr sz="1350" b="1">
                <a:solidFill>
                  <a:srgbClr val="E2AD2B"/>
                </a:solidFill>
                <a:latin typeface="Arial"/>
                <a:ea typeface="Arial"/>
                <a:cs typeface="Arial"/>
              </a:defRPr>
            </a:lvl5pPr>
            <a:lvl6pPr algn="l">
              <a:defRPr sz="1350" b="1">
                <a:solidFill>
                  <a:srgbClr val="E2AD2B"/>
                </a:solidFill>
                <a:latin typeface="Arial"/>
                <a:ea typeface="Arial"/>
                <a:cs typeface="Arial"/>
              </a:defRPr>
            </a:lvl6pPr>
            <a:lvl7pPr algn="l">
              <a:defRPr sz="1350" b="1">
                <a:solidFill>
                  <a:srgbClr val="E2AD2B"/>
                </a:solidFill>
                <a:latin typeface="Arial"/>
                <a:ea typeface="Arial"/>
                <a:cs typeface="Arial"/>
              </a:defRPr>
            </a:lvl7pPr>
            <a:lvl8pPr algn="l">
              <a:defRPr sz="1350" b="1">
                <a:solidFill>
                  <a:srgbClr val="E2AD2B"/>
                </a:solidFill>
                <a:latin typeface="Arial"/>
                <a:ea typeface="Arial"/>
                <a:cs typeface="Arial"/>
              </a:defRPr>
            </a:lvl8pPr>
            <a:lvl9pPr algn="l">
              <a:defRPr sz="1350" b="1">
                <a:solidFill>
                  <a:srgbClr val="E2AD2B"/>
                </a:solidFill>
                <a:latin typeface="Arial"/>
                <a:ea typeface="Arial"/>
                <a:cs typeface="Arial"/>
              </a:defRPr>
            </a:lvl9pPr>
          </a:lstStyle>
          <a:p xmlns:a="http://schemas.openxmlformats.org/drawingml/2006/main">
            <a:pPr algn="l">
              <a:defRPr sz="1350" b="1">
                <a:solidFill>
                  <a:srgbClr val="E2AD2B"/>
                </a:solidFill>
                <a:latin typeface="Arial"/>
                <a:ea typeface="Arial"/>
                <a:cs typeface="Arial"/>
              </a:defRPr>
            </a:pPr>
            <a:r>
              <a:rPr sz="1350" b="1">
                <a:solidFill>
                  <a:srgbClr val="E2AD2B"/>
                </a:solidFill>
                <a:latin typeface="Arial"/>
                <a:ea typeface="Arial"/>
                <a:cs typeface="Arial"/>
              </a:rPr>
              <a:t>Next: field and user review of the top-ranked cells.</a:t>
            </a:r>
          </a:p>
        </p:txBody>
      </p:sp>
      <p:sp>
        <p:nvSpPr>
          <p:cNvPr id="15" name="">
            <a:extLst xmlns:a="http://schemas.openxmlformats.org/drawingml/2006/main">
              <a:ext uri="{FF2B5EF4-FFF2-40B4-BE49-F238E27FC236}">
                <a16:creationId xmlns:a16="http://schemas.microsoft.com/office/drawing/2014/main" id="{5069E975-441A-438B-BA4E-69457F3D20B5}"/>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defRPr sz="1050" b="1">
                <a:solidFill>
                  <a:srgbClr val="1AA58F"/>
                </a:solidFill>
                <a:latin typeface="Arial"/>
                <a:ea typeface="Arial"/>
                <a:cs typeface="Arial"/>
              </a:defRPr>
            </a:lvl1pPr>
            <a:lvl2pPr algn="l">
              <a:defRPr sz="1050" b="1">
                <a:solidFill>
                  <a:srgbClr val="1AA58F"/>
                </a:solidFill>
                <a:latin typeface="Arial"/>
                <a:ea typeface="Arial"/>
                <a:cs typeface="Arial"/>
              </a:defRPr>
            </a:lvl2pPr>
            <a:lvl3pPr algn="l">
              <a:defRPr sz="1050" b="1">
                <a:solidFill>
                  <a:srgbClr val="1AA58F"/>
                </a:solidFill>
                <a:latin typeface="Arial"/>
                <a:ea typeface="Arial"/>
                <a:cs typeface="Arial"/>
              </a:defRPr>
            </a:lvl3pPr>
            <a:lvl4pPr algn="l">
              <a:defRPr sz="1050" b="1">
                <a:solidFill>
                  <a:srgbClr val="1AA58F"/>
                </a:solidFill>
                <a:latin typeface="Arial"/>
                <a:ea typeface="Arial"/>
                <a:cs typeface="Arial"/>
              </a:defRPr>
            </a:lvl4pPr>
            <a:lvl5pPr algn="l">
              <a:defRPr sz="1050" b="1">
                <a:solidFill>
                  <a:srgbClr val="1AA58F"/>
                </a:solidFill>
                <a:latin typeface="Arial"/>
                <a:ea typeface="Arial"/>
                <a:cs typeface="Arial"/>
              </a:defRPr>
            </a:lvl5pPr>
            <a:lvl6pPr algn="l">
              <a:defRPr sz="1050" b="1">
                <a:solidFill>
                  <a:srgbClr val="1AA58F"/>
                </a:solidFill>
                <a:latin typeface="Arial"/>
                <a:ea typeface="Arial"/>
                <a:cs typeface="Arial"/>
              </a:defRPr>
            </a:lvl6pPr>
            <a:lvl7pPr algn="l">
              <a:defRPr sz="1050" b="1">
                <a:solidFill>
                  <a:srgbClr val="1AA58F"/>
                </a:solidFill>
                <a:latin typeface="Arial"/>
                <a:ea typeface="Arial"/>
                <a:cs typeface="Arial"/>
              </a:defRPr>
            </a:lvl7pPr>
            <a:lvl8pPr algn="l">
              <a:defRPr sz="1050" b="1">
                <a:solidFill>
                  <a:srgbClr val="1AA58F"/>
                </a:solidFill>
                <a:latin typeface="Arial"/>
                <a:ea typeface="Arial"/>
                <a:cs typeface="Arial"/>
              </a:defRPr>
            </a:lvl8pPr>
            <a:lvl9pPr algn="l">
              <a:defRPr sz="1050" b="1">
                <a:solidFill>
                  <a:srgbClr val="1AA58F"/>
                </a:solidFill>
                <a:latin typeface="Arial"/>
                <a:ea typeface="Arial"/>
                <a:cs typeface="Arial"/>
              </a:defRPr>
            </a:lvl9pPr>
          </a:lstStyle>
          <a:p xmlns:a="http://schemas.openxmlformats.org/drawingml/2006/main">
            <a:pPr algn="l">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16" name="">
            <a:extLst xmlns:a="http://schemas.openxmlformats.org/drawingml/2006/main">
              <a:ext uri="{FF2B5EF4-FFF2-40B4-BE49-F238E27FC236}">
                <a16:creationId xmlns:a16="http://schemas.microsoft.com/office/drawing/2014/main" id="{1A326DC3-1A0B-4C82-B2B4-88B751099826}"/>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defRPr sz="1050" b="1">
                <a:solidFill>
                  <a:srgbClr val="AFC4C6"/>
                </a:solidFill>
                <a:latin typeface="Arial"/>
                <a:ea typeface="Arial"/>
                <a:cs typeface="Arial"/>
              </a:defRPr>
            </a:lvl1pPr>
            <a:lvl2pPr algn="r">
              <a:defRPr sz="1050" b="1">
                <a:solidFill>
                  <a:srgbClr val="AFC4C6"/>
                </a:solidFill>
                <a:latin typeface="Arial"/>
                <a:ea typeface="Arial"/>
                <a:cs typeface="Arial"/>
              </a:defRPr>
            </a:lvl2pPr>
            <a:lvl3pPr algn="r">
              <a:defRPr sz="1050" b="1">
                <a:solidFill>
                  <a:srgbClr val="AFC4C6"/>
                </a:solidFill>
                <a:latin typeface="Arial"/>
                <a:ea typeface="Arial"/>
                <a:cs typeface="Arial"/>
              </a:defRPr>
            </a:lvl3pPr>
            <a:lvl4pPr algn="r">
              <a:defRPr sz="1050" b="1">
                <a:solidFill>
                  <a:srgbClr val="AFC4C6"/>
                </a:solidFill>
                <a:latin typeface="Arial"/>
                <a:ea typeface="Arial"/>
                <a:cs typeface="Arial"/>
              </a:defRPr>
            </a:lvl4pPr>
            <a:lvl5pPr algn="r">
              <a:defRPr sz="1050" b="1">
                <a:solidFill>
                  <a:srgbClr val="AFC4C6"/>
                </a:solidFill>
                <a:latin typeface="Arial"/>
                <a:ea typeface="Arial"/>
                <a:cs typeface="Arial"/>
              </a:defRPr>
            </a:lvl5pPr>
            <a:lvl6pPr algn="r">
              <a:defRPr sz="1050" b="1">
                <a:solidFill>
                  <a:srgbClr val="AFC4C6"/>
                </a:solidFill>
                <a:latin typeface="Arial"/>
                <a:ea typeface="Arial"/>
                <a:cs typeface="Arial"/>
              </a:defRPr>
            </a:lvl6pPr>
            <a:lvl7pPr algn="r">
              <a:defRPr sz="1050" b="1">
                <a:solidFill>
                  <a:srgbClr val="AFC4C6"/>
                </a:solidFill>
                <a:latin typeface="Arial"/>
                <a:ea typeface="Arial"/>
                <a:cs typeface="Arial"/>
              </a:defRPr>
            </a:lvl7pPr>
            <a:lvl8pPr algn="r">
              <a:defRPr sz="1050" b="1">
                <a:solidFill>
                  <a:srgbClr val="AFC4C6"/>
                </a:solidFill>
                <a:latin typeface="Arial"/>
                <a:ea typeface="Arial"/>
                <a:cs typeface="Arial"/>
              </a:defRPr>
            </a:lvl8pPr>
            <a:lvl9pPr algn="r">
              <a:defRPr sz="1050" b="1">
                <a:solidFill>
                  <a:srgbClr val="AFC4C6"/>
                </a:solidFill>
                <a:latin typeface="Arial"/>
                <a:ea typeface="Arial"/>
                <a:cs typeface="Arial"/>
              </a:defRPr>
            </a:lvl9pPr>
          </a:lstStyle>
          <a:p xmlns:a="http://schemas.openxmlformats.org/drawingml/2006/main">
            <a:pPr algn="r">
              <a:defRPr sz="1050" b="1">
                <a:solidFill>
                  <a:srgbClr val="AFC4C6"/>
                </a:solidFill>
                <a:latin typeface="Arial"/>
                <a:ea typeface="Arial"/>
                <a:cs typeface="Arial"/>
              </a:defRPr>
            </a:pPr>
            <a:r>
              <a:rPr sz="1050" b="1">
                <a:solidFill>
                  <a:srgbClr val="AFC4C6"/>
                </a:solidFill>
                <a:latin typeface="Arial"/>
                <a:ea typeface="Arial"/>
                <a:cs typeface="Arial"/>
              </a:rPr>
              <a:t>10</a:t>
            </a:r>
          </a:p>
        </p:txBody>
      </p:sp>
    </p:spTree>
    <p:extLst>
      <p:ext uri="{BB962C8B-B14F-4D97-AF65-F5344CB8AC3E}">
        <p14:creationId xmlns:p14="http://schemas.microsoft.com/office/powerpoint/2010/main" val="2063543567"/>
      </p:ext>
    </p:extLst>
  </p:cSld>
</p:sld>
</file>

<file path=ppt/theme/theme1.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2026-10-23T13:00:36.5460000Z</dcterms:created>
  <dcterms:modified xsi:type="dcterms:W3CDTF">2026-10-23T13:00:36.5460000Z</dcterms:modified>
</coreProperties>
</file>