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84376a4191426c" /><Relationship Type="http://schemas.openxmlformats.org/officeDocument/2006/relationships/extended-properties" Target="/docProps/app.xml" Id="R989e9aeb4bca4701" /><Relationship Type="http://schemas.openxmlformats.org/officeDocument/2006/relationships/officeDocument" Target="/ppt/presentation.xml" Id="R6427abc211de43fe" /></Relationships>
</file>

<file path=ppt/presentation.xml><?xml version="1.0" encoding="utf-8"?>
<p:presentation xmlns:p="http://schemas.openxmlformats.org/presentationml/2006/main">
  <p:sldMasterIdLst>
    <p:sldMasterId xmlns:r="http://schemas.openxmlformats.org/officeDocument/2006/relationships" id="2147483648" r:id="Rdac72dd24df5470d"/>
  </p:sldMasterIdLst>
  <p:notesMasterIdLst>
    <p:notesMasterId xmlns:r="http://schemas.openxmlformats.org/officeDocument/2006/relationships" r:id="Rdb5bc71776ff43ac"/>
  </p:notesMasterIdLst>
  <p:sldIdLst>
    <p:sldId xmlns:r="http://schemas.openxmlformats.org/officeDocument/2006/relationships" id="256" r:id="R7af1fb661091475e"/>
    <p:sldId xmlns:r="http://schemas.openxmlformats.org/officeDocument/2006/relationships" id="257" r:id="R5972c21991734453"/>
    <p:sldId xmlns:r="http://schemas.openxmlformats.org/officeDocument/2006/relationships" id="258" r:id="R7827d207762c4b84"/>
    <p:sldId xmlns:r="http://schemas.openxmlformats.org/officeDocument/2006/relationships" id="259" r:id="Red394567b9234a6c"/>
    <p:sldId xmlns:r="http://schemas.openxmlformats.org/officeDocument/2006/relationships" id="260" r:id="R692f9a3ec6f3478c"/>
    <p:sldId xmlns:r="http://schemas.openxmlformats.org/officeDocument/2006/relationships" id="261" r:id="R6dbea49214f84429"/>
    <p:sldId xmlns:r="http://schemas.openxmlformats.org/officeDocument/2006/relationships" id="262" r:id="R2f93c469362d49ed"/>
    <p:sldId xmlns:r="http://schemas.openxmlformats.org/officeDocument/2006/relationships" id="263" r:id="Rabbd124b4aa64230"/>
    <p:sldId xmlns:r="http://schemas.openxmlformats.org/officeDocument/2006/relationships" id="264" r:id="Rb54d4a10260f4833"/>
    <p:sldId xmlns:r="http://schemas.openxmlformats.org/officeDocument/2006/relationships" id="265" r:id="Re693d8ac0ddd4a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e169b759ab4860" /><Relationship Type="http://schemas.openxmlformats.org/officeDocument/2006/relationships/slideMaster" Target="/ppt/slideMasters/slideMaster1.xml" Id="Rdac72dd24df5470d" /><Relationship Type="http://schemas.openxmlformats.org/officeDocument/2006/relationships/notesMaster" Target="/ppt/notesMasters/notesMaster1.xml" Id="Rdb5bc71776ff43ac" /><Relationship Type="http://schemas.openxmlformats.org/officeDocument/2006/relationships/presProps" Target="/ppt/presProps.xml" Id="R08b86b470f924837" /><Relationship Type="http://schemas.openxmlformats.org/officeDocument/2006/relationships/tableStyles" Target="/ppt/tableStyles.xml" Id="R6c9f1a8e13054020" /><Relationship Type="http://schemas.openxmlformats.org/officeDocument/2006/relationships/slide" Target="/ppt/slides/slide1.xml" Id="R7af1fb661091475e" /><Relationship Type="http://schemas.openxmlformats.org/officeDocument/2006/relationships/slide" Target="/ppt/slides/slide2.xml" Id="R5972c21991734453" /><Relationship Type="http://schemas.openxmlformats.org/officeDocument/2006/relationships/slide" Target="/ppt/slides/slide3.xml" Id="R7827d207762c4b84" /><Relationship Type="http://schemas.openxmlformats.org/officeDocument/2006/relationships/slide" Target="/ppt/slides/slide4.xml" Id="Red394567b9234a6c" /><Relationship Type="http://schemas.openxmlformats.org/officeDocument/2006/relationships/slide" Target="/ppt/slides/slide5.xml" Id="R692f9a3ec6f3478c" /><Relationship Type="http://schemas.openxmlformats.org/officeDocument/2006/relationships/slide" Target="/ppt/slides/slide6.xml" Id="R6dbea49214f84429" /><Relationship Type="http://schemas.openxmlformats.org/officeDocument/2006/relationships/slide" Target="/ppt/slides/slide7.xml" Id="R2f93c469362d49ed" /><Relationship Type="http://schemas.openxmlformats.org/officeDocument/2006/relationships/slide" Target="/ppt/slides/slide8.xml" Id="Rabbd124b4aa64230" /><Relationship Type="http://schemas.openxmlformats.org/officeDocument/2006/relationships/slide" Target="/ppt/slides/slide9.xml" Id="Rb54d4a10260f4833" /><Relationship Type="http://schemas.openxmlformats.org/officeDocument/2006/relationships/slide" Target="/ppt/slides/slide10.xml" Id="Re693d8ac0ddd4a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a614077efc45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a2e015e02f4da1" /><Relationship Type="http://schemas.openxmlformats.org/officeDocument/2006/relationships/notesMaster" Target="/ppt/notesMasters/notesMaster1.xml" Id="R16b83bdd10d846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9ee6cad714454e" /><Relationship Type="http://schemas.openxmlformats.org/officeDocument/2006/relationships/notesMaster" Target="/ppt/notesMasters/notesMaster1.xml" Id="R81d89f750d8847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d73a722a3a4b49" /><Relationship Type="http://schemas.openxmlformats.org/officeDocument/2006/relationships/notesMaster" Target="/ppt/notesMasters/notesMaster1.xml" Id="R8ad8c991b0f5408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16ec31fdc04cca" /><Relationship Type="http://schemas.openxmlformats.org/officeDocument/2006/relationships/notesMaster" Target="/ppt/notesMasters/notesMaster1.xml" Id="Rcba36897ee1f41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72916ebcf74f02" /><Relationship Type="http://schemas.openxmlformats.org/officeDocument/2006/relationships/notesMaster" Target="/ppt/notesMasters/notesMaster1.xml" Id="R0b22479936464c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9984e7a6d34f87" /><Relationship Type="http://schemas.openxmlformats.org/officeDocument/2006/relationships/notesMaster" Target="/ppt/notesMasters/notesMaster1.xml" Id="Ra9f5d72c8acf4891" /></Relationships>
</file>

<file path=ppt/notesSlides/_rels/notesSlide7.xml.rels>&#65279;<?xml version="1.0" encoding="utf-8"?><Relationships xmlns="http://schemas.openxmlformats.org/package/2006/relationships"><Relationship Type="http://schemas.openxmlformats.org/officeDocument/2006/relationships/slide" Target="/ppt/slides/slide7.xml" Id="R93687a4deac74315" /><Relationship Type="http://schemas.openxmlformats.org/officeDocument/2006/relationships/notesMaster" Target="/ppt/notesMasters/notesMaster1.xml" Id="Rd8184c7483a24a28"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612af57a604069" /><Relationship Type="http://schemas.openxmlformats.org/officeDocument/2006/relationships/notesMaster" Target="/ppt/notesMasters/notesMaster1.xml" Id="R2985719a5b4d404f" /></Relationships>
</file>

<file path=ppt/notesSlides/_rels/notesSlide9.xml.rels>&#65279;<?xml version="1.0" encoding="utf-8"?><Relationships xmlns="http://schemas.openxmlformats.org/package/2006/relationships"><Relationship Type="http://schemas.openxmlformats.org/officeDocument/2006/relationships/slide" Target="/ppt/slides/slide9.xml" Id="Rd8fe482eea24414e" /><Relationship Type="http://schemas.openxmlformats.org/officeDocument/2006/relationships/notesMaster" Target="/ppt/notesMasters/notesMaster1.xml" Id="Ree21eb280df946b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547d9e57f54871" /><Relationship Type="http://schemas.openxmlformats.org/officeDocument/2006/relationships/notesMaster" Target="/ppt/notesMasters/notesMaster1.xml" Id="R9b315f6aef2548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 | Yusuf. Good afternoon. We are Team Milkaholics, and this is Riyadh HeatReady. We asked one practical question: if planners can inspect only a few areas, where should they 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0:15-0:35 | Yusuf. I am Yusuf. I will explain the problem, the data and the result, and I will run the demo. Raed will explain the validation, the limits and how we would test HeatReady with planners.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 Yusuf. The problem is that the information a planner needs sits in separate maps. One map shows growth, another heat, another population and another vegetation. Comparing them takes time. HeatReady brings these layers together and ranks one-kilometre areas. The ranking suggests where to inspect first. It does not make the final planning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1:15-2:45 | Yusuf. Here is our answer. Sixty-seven one-kilometre cells contained confirmed growth signals, and fourteen were labelled high priority. R05C10 ranked first with a score of about 78.7. The score combines heat, population, confirmed growth and low vegetation, so each result can be explained. [Open outputs/dashboard.html and go to Decision output.] The dashboard shows the same ranked map and table. The files can also be opened in a spreadsheet or GIS. [Return to slide 4.] A high score means inspect this area early. It does not mean a project should automatically start there.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2:45-3:45 | Yusuf. We used open satellite data, and each source had one job. Annual land-cover maps showed where built-up land may have appeared between 2018 and 2023. Sentinel-2 and Sentinel-1 checked those places using optical and radar data. Landsat gave land surface temperature. WorldPop gave a population estimate, and Sentinel-2 also gave vegetation. The annual maps first flagged 13.82 square kilometres. After the optical and radar checks, 3.74 square kilometres remained. The final weights are 40 percent heat, 30 percent population, 20 percent confirmed growth and 10 percent low vegetation. These are starting assumptions that a real user should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3:45-4:40 | Raed. We tested the built-up model on the eastern part of the study area, separate from the training area, using ESA WorldCover as a reference. It reached an F1 score of 0.88, an overlap score of 0.78 and balanced accuracy of 0.89. In simple terms, the model and the satellite reference agreed well. But this does not prove field accuracy. Landsat measures surface temperature, not air temperature or personal heat exposure. WorldPop is an estimate, not a live population count. Bright desert and roofs can still confuse the model. The weights in our final score are also our choices. HeatReady should guide inspection, not make an automatic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4:40-5:20 | Raed. The main difference is that we do not rely on one image or one index. Annual maps suggest where growth may have happened, then optical and radar data check that signal. In the Tanager scene, unbuilt desert scored higher than established built land on a common built-up index. This shows why one threshold can mislead us. Each final score also keeps its four parts visible, so a planner can see why an area ranked highly.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5:20-6:15 | Raed. Our next step is small and practical. First, we would meet planners or GIS staff and learn how they choose areas today. Then we would check the top five HeatReady areas against local plans and field observations. We would record which results were useful and which were false alarms. Based on that, we would change the weights and add missing local information, such as worker exposure or planned projects. Finally, we would repeat the test in another part of Riyadh. The goal is to learn whether HeatReady saves time without sending staff to the wrong places. Thank you. We are ready for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only. Open if a judge asks for exact source dates, roles or licences.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only. Use for questions about leakage, train-test geography, annual trend uncertainty or the difference between satellite agreement and field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893a0912134b2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b3b84c8e650435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56ca9a26ec1452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24294a59fbd4d9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cd60df901d5441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e8d6093cd2d4d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910520-6BAD-4C5F-8785-12402504F07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CCCA530-3E25-42F2-B8F1-C6A3C6EC9B7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8FA8B9B-372C-4ADC-93E9-C73FF5E34E6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358748-5826-49DF-96DE-F313D8BEE7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4FA2CEE-1EDA-4E7A-9D6F-ABADA9FA53F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A093011-8CA6-4AD1-81D0-68CE197915E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C3472C-0CE9-4E0C-BFB4-902E59DA8EA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9A5598A-EBFF-4606-80BD-6A14BB71331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98C279-F1D3-4367-AF25-8617270372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42302A9-A652-4742-B80F-7CCC819650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f55cd659ba4b91" /><Relationship Type="http://schemas.openxmlformats.org/officeDocument/2006/relationships/slideLayout" Target="/ppt/slideLayouts/slideLayout1.xml" Id="R8d6b1e13578a4eb4" /><Relationship Type="http://schemas.openxmlformats.org/officeDocument/2006/relationships/slideLayout" Target="/ppt/slideLayouts/slideLayout2.xml" Id="Re429aa12db27468b" /><Relationship Type="http://schemas.openxmlformats.org/officeDocument/2006/relationships/slideLayout" Target="/ppt/slideLayouts/slideLayout3.xml" Id="R96cc26f5f9d74de8" /><Relationship Type="http://schemas.openxmlformats.org/officeDocument/2006/relationships/slideLayout" Target="/ppt/slideLayouts/slideLayout4.xml" Id="R275380a8e4844321" /><Relationship Type="http://schemas.openxmlformats.org/officeDocument/2006/relationships/slideLayout" Target="/ppt/slideLayouts/slideLayout5.xml" Id="R633a067bc4214cf5" /><Relationship Type="http://schemas.openxmlformats.org/officeDocument/2006/relationships/slideLayout" Target="/ppt/slideLayouts/slideLayout6.xml" Id="R2edd5920179245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6b1e13578a4eb4"/>
    <p:sldLayoutId xmlns:r="http://schemas.openxmlformats.org/officeDocument/2006/relationships" id="2147483650" r:id="Re429aa12db27468b"/>
    <p:sldLayoutId xmlns:r="http://schemas.openxmlformats.org/officeDocument/2006/relationships" id="2147483651" r:id="R96cc26f5f9d74de8"/>
    <p:sldLayoutId xmlns:r="http://schemas.openxmlformats.org/officeDocument/2006/relationships" id="2147483652" r:id="R275380a8e4844321"/>
    <p:sldLayoutId xmlns:r="http://schemas.openxmlformats.org/officeDocument/2006/relationships" id="2147483653" r:id="R633a067bc4214cf5"/>
    <p:sldLayoutId xmlns:r="http://schemas.openxmlformats.org/officeDocument/2006/relationships" id="2147483654" r:id="R2edd5920179245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5c109fe1061487f" /><Relationship Type="http://schemas.openxmlformats.org/officeDocument/2006/relationships/image" Target="/ppt/media/image.png" Id="R1d3e988c159448e7" /><Relationship Type="http://schemas.openxmlformats.org/officeDocument/2006/relationships/notesSlide" Target="/ppt/notesSlides/notesSlide1.xml" Id="R223b8d9b8fb24b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f92d3238cb94cf4" /><Relationship Type="http://schemas.openxmlformats.org/officeDocument/2006/relationships/image" Target="/ppt/media/image2.png" Id="Rf551fdd952c146d6" /><Relationship Type="http://schemas.openxmlformats.org/officeDocument/2006/relationships/image" Target="/ppt/media/image3.png" Id="R93420605902b4401" /><Relationship Type="http://schemas.openxmlformats.org/officeDocument/2006/relationships/notesSlide" Target="/ppt/notesSlides/notesSlide2.xml" Id="R33f8d396d6e84d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87d190a0c464c79" /><Relationship Type="http://schemas.openxmlformats.org/officeDocument/2006/relationships/notesSlide" Target="/ppt/notesSlides/notesSlide3.xml" Id="R2bed06f0bdee44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2a2785a7e4f4e2c" /><Relationship Type="http://schemas.openxmlformats.org/officeDocument/2006/relationships/image" Target="/ppt/media/image4.png" Id="R10a8e3a4c4194756" /><Relationship Type="http://schemas.openxmlformats.org/officeDocument/2006/relationships/image" Target="/ppt/media/image5.png" Id="R556a0a24d91640b5" /><Relationship Type="http://schemas.openxmlformats.org/officeDocument/2006/relationships/notesSlide" Target="/ppt/notesSlides/notesSlide4.xml" Id="Rebc9923d722c4d9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f7db93545fc4df1" /><Relationship Type="http://schemas.openxmlformats.org/officeDocument/2006/relationships/image" Target="/ppt/media/image6.png" Id="R428c0963e809478b" /><Relationship Type="http://schemas.openxmlformats.org/officeDocument/2006/relationships/notesSlide" Target="/ppt/notesSlides/notesSlide5.xml" Id="R673d44c55271422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b4918e217434217" /><Relationship Type="http://schemas.openxmlformats.org/officeDocument/2006/relationships/image" Target="/ppt/media/image7.png" Id="Raf6044b6b29a47f9" /><Relationship Type="http://schemas.openxmlformats.org/officeDocument/2006/relationships/notesSlide" Target="/ppt/notesSlides/notesSlide6.xml" Id="R0a31de1e86804b1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5a9fede3c3d4bbf" /><Relationship Type="http://schemas.openxmlformats.org/officeDocument/2006/relationships/image" Target="/ppt/media/image8.png" Id="R5b07fb5f95304c36" /><Relationship Type="http://schemas.openxmlformats.org/officeDocument/2006/relationships/notesSlide" Target="/ppt/notesSlides/notesSlide7.xml" Id="R90f92c9c81d34ba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cbefb642d82424b" /><Relationship Type="http://schemas.openxmlformats.org/officeDocument/2006/relationships/notesSlide" Target="/ppt/notesSlides/notesSlide8.xml" Id="R71acf935211947d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d91848860514bb6" /><Relationship Type="http://schemas.openxmlformats.org/officeDocument/2006/relationships/notesSlide" Target="/ppt/notesSlides/notesSlide9.xml" Id="R7e3772cf303848a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359d0d453dc4aca" /><Relationship Type="http://schemas.openxmlformats.org/officeDocument/2006/relationships/image" Target="/ppt/media/image9.png" Id="R02ccfcb3bf454436" /><Relationship Type="http://schemas.openxmlformats.org/officeDocument/2006/relationships/notesSlide" Target="/ppt/notesSlides/notesSlide10.xml" Id="R601aa66b51e44cd5" /></Relationships>
</file>

<file path=ppt/slides/slide1.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A8147FB-8588-4993-8EA3-3D309CA65DFB}"/>
              </a:ext>
            </a:extLst>
          </p:cNvPr>
          <p:cNvPicPr>
            <a:picLocks xmlns:a="http://schemas.openxmlformats.org/drawingml/2006/main" noChangeAspect="1"/>
          </p:cNvPicPr>
          <p:nvPr/>
        </p:nvPicPr>
        <p:blipFill>
          <a:blip xmlns:r="http://schemas.openxmlformats.org/officeDocument/2006/relationships" xmlns:a="http://schemas.openxmlformats.org/drawingml/2006/main" r:embed="R1d3e988c159448e7"/>
          <a:srcRect xmlns:a="http://schemas.openxmlformats.org/drawingml/2006/main" l="4671" t="0" r="4671"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3814BA3-110E-43F9-91C5-B3D8CF4FE9A3}"/>
              </a:ext>
            </a:extLst>
          </p:cNvPr>
          <p:cNvSpPr>
            <a:spLocks xmlns:a="http://schemas.openxmlformats.org/drawingml/2006/main" noGrp="1"/>
          </p:cNvSpPr>
          <p:nvPr/>
        </p:nvSpPr>
        <p:spPr>
          <a:xfrm xmlns:a="http://schemas.openxmlformats.org/drawingml/2006/main">
            <a:off x="6191250" y="0"/>
            <a:ext cx="762000" cy="6858000"/>
          </a:xfrm>
          <a:prstGeom xmlns:a="http://schemas.openxmlformats.org/drawingml/2006/main" prst="rect">
            <a:avLst/>
          </a:prstGeom>
          <a:solidFill xmlns:a="http://schemas.openxmlformats.org/drawingml/2006/main">
            <a:srgbClr val="071C2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E0BCC33-9639-4C9B-A0EB-F69FB9FFB49A}"/>
              </a:ext>
            </a:extLst>
          </p:cNvPr>
          <p:cNvSpPr>
            <a:spLocks xmlns:a="http://schemas.openxmlformats.org/drawingml/2006/main" noGrp="1"/>
          </p:cNvSpPr>
          <p:nvPr/>
        </p:nvSpPr>
        <p:spPr>
          <a:xfrm xmlns:a="http://schemas.openxmlformats.org/drawingml/2006/main">
            <a:off x="6572250" y="0"/>
            <a:ext cx="5619750" cy="609600"/>
          </a:xfrm>
          <a:prstGeom xmlns:a="http://schemas.openxmlformats.org/drawingml/2006/main" prst="rect">
            <a:avLst/>
          </a:prstGeom>
          <a:solidFill xmlns:a="http://schemas.openxmlformats.org/drawingml/2006/main">
            <a:srgbClr val="071C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637E6B4-3357-4B70-9520-02BE0355FDA0}"/>
              </a:ext>
            </a:extLst>
          </p:cNvPr>
          <p:cNvSpPr>
            <a:spLocks xmlns:a="http://schemas.openxmlformats.org/drawingml/2006/main" noGrp="1"/>
          </p:cNvSpPr>
          <p:nvPr/>
        </p:nvSpPr>
        <p:spPr>
          <a:xfrm xmlns:a="http://schemas.openxmlformats.org/drawingml/2006/main">
            <a:off x="6819900" y="1524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1AA58F"/>
                </a:solidFill>
                <a:latin typeface="Arial"/>
                <a:ea typeface="Arial"/>
                <a:cs typeface="Arial"/>
              </a:defRPr>
            </a:defPPr>
            <a:lvl1pPr algn="ctr">
              <a:buNone/>
              <a:defRPr sz="1125" b="1">
                <a:solidFill>
                  <a:srgbClr val="1AA58F"/>
                </a:solidFill>
                <a:latin typeface="Arial"/>
                <a:ea typeface="Arial"/>
                <a:cs typeface="Arial"/>
              </a:defRPr>
            </a:lvl1pPr>
            <a:lvl2pPr algn="ctr">
              <a:buNone/>
              <a:defRPr sz="1125" b="1">
                <a:solidFill>
                  <a:srgbClr val="1AA58F"/>
                </a:solidFill>
                <a:latin typeface="Arial"/>
                <a:ea typeface="Arial"/>
                <a:cs typeface="Arial"/>
              </a:defRPr>
            </a:lvl2pPr>
            <a:lvl3pPr algn="ctr">
              <a:buNone/>
              <a:defRPr sz="1125" b="1">
                <a:solidFill>
                  <a:srgbClr val="1AA58F"/>
                </a:solidFill>
                <a:latin typeface="Arial"/>
                <a:ea typeface="Arial"/>
                <a:cs typeface="Arial"/>
              </a:defRPr>
            </a:lvl3pPr>
            <a:lvl4pPr algn="ctr">
              <a:buNone/>
              <a:defRPr sz="1125" b="1">
                <a:solidFill>
                  <a:srgbClr val="1AA58F"/>
                </a:solidFill>
                <a:latin typeface="Arial"/>
                <a:ea typeface="Arial"/>
                <a:cs typeface="Arial"/>
              </a:defRPr>
            </a:lvl4pPr>
            <a:lvl5pPr algn="ctr">
              <a:buNone/>
              <a:defRPr sz="1125" b="1">
                <a:solidFill>
                  <a:srgbClr val="1AA58F"/>
                </a:solidFill>
                <a:latin typeface="Arial"/>
                <a:ea typeface="Arial"/>
                <a:cs typeface="Arial"/>
              </a:defRPr>
            </a:lvl5pPr>
            <a:lvl6pPr algn="ctr">
              <a:buNone/>
              <a:defRPr sz="1125" b="1">
                <a:solidFill>
                  <a:srgbClr val="1AA58F"/>
                </a:solidFill>
                <a:latin typeface="Arial"/>
                <a:ea typeface="Arial"/>
                <a:cs typeface="Arial"/>
              </a:defRPr>
            </a:lvl6pPr>
            <a:lvl7pPr algn="ctr">
              <a:buNone/>
              <a:defRPr sz="1125" b="1">
                <a:solidFill>
                  <a:srgbClr val="1AA58F"/>
                </a:solidFill>
                <a:latin typeface="Arial"/>
                <a:ea typeface="Arial"/>
                <a:cs typeface="Arial"/>
              </a:defRPr>
            </a:lvl7pPr>
            <a:lvl8pPr algn="ctr">
              <a:buNone/>
              <a:defRPr sz="1125" b="1">
                <a:solidFill>
                  <a:srgbClr val="1AA58F"/>
                </a:solidFill>
                <a:latin typeface="Arial"/>
                <a:ea typeface="Arial"/>
                <a:cs typeface="Arial"/>
              </a:defRPr>
            </a:lvl8pPr>
            <a:lvl9pPr algn="ctr">
              <a:buNone/>
              <a:defRPr sz="1125" b="1">
                <a:solidFill>
                  <a:srgbClr val="1AA58F"/>
                </a:solidFill>
                <a:latin typeface="Arial"/>
                <a:ea typeface="Arial"/>
                <a:cs typeface="Arial"/>
              </a:defRPr>
            </a:lvl9pPr>
          </a:lstStyle>
          <a:p xmlns:a="http://schemas.openxmlformats.org/drawingml/2006/main">
            <a:pPr algn="ctr">
              <a:buNone/>
              <a:defRPr sz="1125" b="1">
                <a:solidFill>
                  <a:srgbClr val="1AA58F"/>
                </a:solidFill>
                <a:latin typeface="Arial"/>
                <a:ea typeface="Arial"/>
                <a:cs typeface="Arial"/>
              </a:defRPr>
            </a:pPr>
            <a:r>
              <a:rPr sz="1125" b="1">
                <a:solidFill>
                  <a:srgbClr val="1AA58F"/>
                </a:solidFill>
                <a:latin typeface="Arial"/>
                <a:ea typeface="Arial"/>
                <a:cs typeface="Arial"/>
              </a:rPr>
              <a:t>PRIORITY MAP</a:t>
            </a:r>
          </a:p>
        </p:txBody>
      </p:sp>
      <p:sp>
        <p:nvSpPr>
          <p:cNvPr id="5" name="">
            <a:extLst xmlns:a="http://schemas.openxmlformats.org/drawingml/2006/main">
              <a:ext uri="{FF2B5EF4-FFF2-40B4-BE49-F238E27FC236}">
                <a16:creationId xmlns:a16="http://schemas.microsoft.com/office/drawing/2014/main" id="{8E9CA7D5-B86E-406F-B1E0-BF49E95E072E}"/>
              </a:ext>
            </a:extLst>
          </p:cNvPr>
          <p:cNvSpPr>
            <a:spLocks xmlns:a="http://schemas.openxmlformats.org/drawingml/2006/main" noGrp="1"/>
          </p:cNvSpPr>
          <p:nvPr/>
        </p:nvSpPr>
        <p:spPr>
          <a:xfrm xmlns:a="http://schemas.openxmlformats.org/drawingml/2006/main">
            <a:off x="647700" y="7239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1AA58F"/>
                </a:solidFill>
                <a:latin typeface="Arial"/>
                <a:ea typeface="Arial"/>
                <a:cs typeface="Arial"/>
              </a:defRPr>
            </a:defPPr>
            <a:lvl1pPr algn="l">
              <a:buNone/>
              <a:defRPr sz="1275" b="1">
                <a:solidFill>
                  <a:srgbClr val="1AA58F"/>
                </a:solidFill>
                <a:latin typeface="Arial"/>
                <a:ea typeface="Arial"/>
                <a:cs typeface="Arial"/>
              </a:defRPr>
            </a:lvl1pPr>
            <a:lvl2pPr algn="l">
              <a:buNone/>
              <a:defRPr sz="1275" b="1">
                <a:solidFill>
                  <a:srgbClr val="1AA58F"/>
                </a:solidFill>
                <a:latin typeface="Arial"/>
                <a:ea typeface="Arial"/>
                <a:cs typeface="Arial"/>
              </a:defRPr>
            </a:lvl2pPr>
            <a:lvl3pPr algn="l">
              <a:buNone/>
              <a:defRPr sz="1275" b="1">
                <a:solidFill>
                  <a:srgbClr val="1AA58F"/>
                </a:solidFill>
                <a:latin typeface="Arial"/>
                <a:ea typeface="Arial"/>
                <a:cs typeface="Arial"/>
              </a:defRPr>
            </a:lvl3pPr>
            <a:lvl4pPr algn="l">
              <a:buNone/>
              <a:defRPr sz="1275" b="1">
                <a:solidFill>
                  <a:srgbClr val="1AA58F"/>
                </a:solidFill>
                <a:latin typeface="Arial"/>
                <a:ea typeface="Arial"/>
                <a:cs typeface="Arial"/>
              </a:defRPr>
            </a:lvl4pPr>
            <a:lvl5pPr algn="l">
              <a:buNone/>
              <a:defRPr sz="1275" b="1">
                <a:solidFill>
                  <a:srgbClr val="1AA58F"/>
                </a:solidFill>
                <a:latin typeface="Arial"/>
                <a:ea typeface="Arial"/>
                <a:cs typeface="Arial"/>
              </a:defRPr>
            </a:lvl5pPr>
            <a:lvl6pPr algn="l">
              <a:buNone/>
              <a:defRPr sz="1275" b="1">
                <a:solidFill>
                  <a:srgbClr val="1AA58F"/>
                </a:solidFill>
                <a:latin typeface="Arial"/>
                <a:ea typeface="Arial"/>
                <a:cs typeface="Arial"/>
              </a:defRPr>
            </a:lvl6pPr>
            <a:lvl7pPr algn="l">
              <a:buNone/>
              <a:defRPr sz="1275" b="1">
                <a:solidFill>
                  <a:srgbClr val="1AA58F"/>
                </a:solidFill>
                <a:latin typeface="Arial"/>
                <a:ea typeface="Arial"/>
                <a:cs typeface="Arial"/>
              </a:defRPr>
            </a:lvl7pPr>
            <a:lvl8pPr algn="l">
              <a:buNone/>
              <a:defRPr sz="1275" b="1">
                <a:solidFill>
                  <a:srgbClr val="1AA58F"/>
                </a:solidFill>
                <a:latin typeface="Arial"/>
                <a:ea typeface="Arial"/>
                <a:cs typeface="Arial"/>
              </a:defRPr>
            </a:lvl8pPr>
            <a:lvl9pPr algn="l">
              <a:buNone/>
              <a:defRPr sz="1275" b="1">
                <a:solidFill>
                  <a:srgbClr val="1AA58F"/>
                </a:solidFill>
                <a:latin typeface="Arial"/>
                <a:ea typeface="Arial"/>
                <a:cs typeface="Arial"/>
              </a:defRPr>
            </a:lvl9pPr>
          </a:lstStyle>
          <a:p xmlns:a="http://schemas.openxmlformats.org/drawingml/2006/main">
            <a:pPr algn="l">
              <a:buNone/>
              <a:defRPr sz="1275" b="1">
                <a:solidFill>
                  <a:srgbClr val="1AA58F"/>
                </a:solidFill>
                <a:latin typeface="Arial"/>
                <a:ea typeface="Arial"/>
                <a:cs typeface="Arial"/>
              </a:defRPr>
            </a:pPr>
            <a:r>
              <a:rPr sz="1275" b="1">
                <a:solidFill>
                  <a:srgbClr val="1AA58F"/>
                </a:solidFill>
                <a:latin typeface="Arial"/>
                <a:ea typeface="Arial"/>
                <a:cs typeface="Arial"/>
              </a:rPr>
              <a:t>RIYADH HEATREADY</a:t>
            </a:r>
          </a:p>
        </p:txBody>
      </p:sp>
      <p:sp>
        <p:nvSpPr>
          <p:cNvPr id="6" name="">
            <a:extLst xmlns:a="http://schemas.openxmlformats.org/drawingml/2006/main">
              <a:ext uri="{FF2B5EF4-FFF2-40B4-BE49-F238E27FC236}">
                <a16:creationId xmlns:a16="http://schemas.microsoft.com/office/drawing/2014/main" id="{39EAF905-A577-45AE-B024-04ECE4909BAE}"/>
              </a:ext>
            </a:extLst>
          </p:cNvPr>
          <p:cNvSpPr>
            <a:spLocks xmlns:a="http://schemas.openxmlformats.org/drawingml/2006/main" noGrp="1"/>
          </p:cNvSpPr>
          <p:nvPr/>
        </p:nvSpPr>
        <p:spPr>
          <a:xfrm xmlns:a="http://schemas.openxmlformats.org/drawingml/2006/main">
            <a:off x="647700" y="1123950"/>
            <a:ext cx="5143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225" b="1">
                <a:solidFill>
                  <a:srgbClr val="F3F6F2"/>
                </a:solidFill>
                <a:latin typeface="Arial"/>
                <a:ea typeface="Arial"/>
                <a:cs typeface="Arial"/>
              </a:defRPr>
            </a:defPPr>
            <a:lvl1pPr algn="l">
              <a:buNone/>
              <a:defRPr sz="3225" b="1">
                <a:solidFill>
                  <a:srgbClr val="F3F6F2"/>
                </a:solidFill>
                <a:latin typeface="Arial"/>
                <a:ea typeface="Arial"/>
                <a:cs typeface="Arial"/>
              </a:defRPr>
            </a:lvl1pPr>
            <a:lvl2pPr algn="l">
              <a:buNone/>
              <a:defRPr sz="3225" b="1">
                <a:solidFill>
                  <a:srgbClr val="F3F6F2"/>
                </a:solidFill>
                <a:latin typeface="Arial"/>
                <a:ea typeface="Arial"/>
                <a:cs typeface="Arial"/>
              </a:defRPr>
            </a:lvl2pPr>
            <a:lvl3pPr algn="l">
              <a:buNone/>
              <a:defRPr sz="3225" b="1">
                <a:solidFill>
                  <a:srgbClr val="F3F6F2"/>
                </a:solidFill>
                <a:latin typeface="Arial"/>
                <a:ea typeface="Arial"/>
                <a:cs typeface="Arial"/>
              </a:defRPr>
            </a:lvl3pPr>
            <a:lvl4pPr algn="l">
              <a:buNone/>
              <a:defRPr sz="3225" b="1">
                <a:solidFill>
                  <a:srgbClr val="F3F6F2"/>
                </a:solidFill>
                <a:latin typeface="Arial"/>
                <a:ea typeface="Arial"/>
                <a:cs typeface="Arial"/>
              </a:defRPr>
            </a:lvl4pPr>
            <a:lvl5pPr algn="l">
              <a:buNone/>
              <a:defRPr sz="3225" b="1">
                <a:solidFill>
                  <a:srgbClr val="F3F6F2"/>
                </a:solidFill>
                <a:latin typeface="Arial"/>
                <a:ea typeface="Arial"/>
                <a:cs typeface="Arial"/>
              </a:defRPr>
            </a:lvl5pPr>
            <a:lvl6pPr algn="l">
              <a:buNone/>
              <a:defRPr sz="3225" b="1">
                <a:solidFill>
                  <a:srgbClr val="F3F6F2"/>
                </a:solidFill>
                <a:latin typeface="Arial"/>
                <a:ea typeface="Arial"/>
                <a:cs typeface="Arial"/>
              </a:defRPr>
            </a:lvl6pPr>
            <a:lvl7pPr algn="l">
              <a:buNone/>
              <a:defRPr sz="3225" b="1">
                <a:solidFill>
                  <a:srgbClr val="F3F6F2"/>
                </a:solidFill>
                <a:latin typeface="Arial"/>
                <a:ea typeface="Arial"/>
                <a:cs typeface="Arial"/>
              </a:defRPr>
            </a:lvl7pPr>
            <a:lvl8pPr algn="l">
              <a:buNone/>
              <a:defRPr sz="3225" b="1">
                <a:solidFill>
                  <a:srgbClr val="F3F6F2"/>
                </a:solidFill>
                <a:latin typeface="Arial"/>
                <a:ea typeface="Arial"/>
                <a:cs typeface="Arial"/>
              </a:defRPr>
            </a:lvl8pPr>
            <a:lvl9pPr algn="l">
              <a:buNone/>
              <a:defRPr sz="3225" b="1">
                <a:solidFill>
                  <a:srgbClr val="F3F6F2"/>
                </a:solidFill>
                <a:latin typeface="Arial"/>
                <a:ea typeface="Arial"/>
                <a:cs typeface="Arial"/>
              </a:defRPr>
            </a:lvl9pPr>
          </a:lstStyle>
          <a:p xmlns:a="http://schemas.openxmlformats.org/drawingml/2006/main">
            <a:pPr algn="l">
              <a:buNone/>
              <a:defRPr sz="3225" b="1">
                <a:solidFill>
                  <a:srgbClr val="F3F6F2"/>
                </a:solidFill>
                <a:latin typeface="Arial"/>
                <a:ea typeface="Arial"/>
                <a:cs typeface="Arial"/>
              </a:defRPr>
            </a:pPr>
            <a:r>
              <a:rPr sz="3225" b="1">
                <a:solidFill>
                  <a:srgbClr val="F3F6F2"/>
                </a:solidFill>
                <a:latin typeface="Arial"/>
                <a:ea typeface="Arial"/>
                <a:cs typeface="Arial"/>
              </a:rPr>
              <a:t>Where should planners</a:t>
            </a:r>
          </a:p>
          <a:p xmlns:a="http://schemas.openxmlformats.org/drawingml/2006/main">
            <a:pPr algn="l">
              <a:buNone/>
              <a:defRPr sz="3225" b="1">
                <a:solidFill>
                  <a:srgbClr val="F3F6F2"/>
                </a:solidFill>
                <a:latin typeface="Arial"/>
                <a:ea typeface="Arial"/>
                <a:cs typeface="Arial"/>
              </a:defRPr>
            </a:pPr>
            <a:r>
              <a:rPr sz="3225" b="1">
                <a:solidFill>
                  <a:srgbClr val="F3F6F2"/>
                </a:solidFill>
                <a:latin typeface="Arial"/>
                <a:ea typeface="Arial"/>
                <a:cs typeface="Arial"/>
              </a:rPr>
              <a:t>inspect first?</a:t>
            </a:r>
          </a:p>
        </p:txBody>
      </p:sp>
      <p:sp>
        <p:nvSpPr>
          <p:cNvPr id="7" name="">
            <a:extLst xmlns:a="http://schemas.openxmlformats.org/drawingml/2006/main">
              <a:ext uri="{FF2B5EF4-FFF2-40B4-BE49-F238E27FC236}">
                <a16:creationId xmlns:a16="http://schemas.microsoft.com/office/drawing/2014/main" id="{D6AF54D7-2C61-440E-A3CF-3B00B8BD2371}"/>
              </a:ext>
            </a:extLst>
          </p:cNvPr>
          <p:cNvSpPr>
            <a:spLocks xmlns:a="http://schemas.openxmlformats.org/drawingml/2006/main" noGrp="1"/>
          </p:cNvSpPr>
          <p:nvPr/>
        </p:nvSpPr>
        <p:spPr>
          <a:xfrm xmlns:a="http://schemas.openxmlformats.org/drawingml/2006/main">
            <a:off x="647700" y="2533650"/>
            <a:ext cx="495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a:solidFill>
                  <a:srgbClr val="AFC4C6"/>
                </a:solidFill>
                <a:latin typeface="Arial"/>
                <a:ea typeface="Arial"/>
                <a:cs typeface="Arial"/>
              </a:defRPr>
            </a:defPPr>
            <a:lvl1pPr algn="l">
              <a:buNone/>
              <a:defRPr sz="1725">
                <a:solidFill>
                  <a:srgbClr val="AFC4C6"/>
                </a:solidFill>
                <a:latin typeface="Arial"/>
                <a:ea typeface="Arial"/>
                <a:cs typeface="Arial"/>
              </a:defRPr>
            </a:lvl1pPr>
            <a:lvl2pPr algn="l">
              <a:buNone/>
              <a:defRPr sz="1725">
                <a:solidFill>
                  <a:srgbClr val="AFC4C6"/>
                </a:solidFill>
                <a:latin typeface="Arial"/>
                <a:ea typeface="Arial"/>
                <a:cs typeface="Arial"/>
              </a:defRPr>
            </a:lvl2pPr>
            <a:lvl3pPr algn="l">
              <a:buNone/>
              <a:defRPr sz="1725">
                <a:solidFill>
                  <a:srgbClr val="AFC4C6"/>
                </a:solidFill>
                <a:latin typeface="Arial"/>
                <a:ea typeface="Arial"/>
                <a:cs typeface="Arial"/>
              </a:defRPr>
            </a:lvl3pPr>
            <a:lvl4pPr algn="l">
              <a:buNone/>
              <a:defRPr sz="1725">
                <a:solidFill>
                  <a:srgbClr val="AFC4C6"/>
                </a:solidFill>
                <a:latin typeface="Arial"/>
                <a:ea typeface="Arial"/>
                <a:cs typeface="Arial"/>
              </a:defRPr>
            </a:lvl4pPr>
            <a:lvl5pPr algn="l">
              <a:buNone/>
              <a:defRPr sz="1725">
                <a:solidFill>
                  <a:srgbClr val="AFC4C6"/>
                </a:solidFill>
                <a:latin typeface="Arial"/>
                <a:ea typeface="Arial"/>
                <a:cs typeface="Arial"/>
              </a:defRPr>
            </a:lvl5pPr>
            <a:lvl6pPr algn="l">
              <a:buNone/>
              <a:defRPr sz="1725">
                <a:solidFill>
                  <a:srgbClr val="AFC4C6"/>
                </a:solidFill>
                <a:latin typeface="Arial"/>
                <a:ea typeface="Arial"/>
                <a:cs typeface="Arial"/>
              </a:defRPr>
            </a:lvl6pPr>
            <a:lvl7pPr algn="l">
              <a:buNone/>
              <a:defRPr sz="1725">
                <a:solidFill>
                  <a:srgbClr val="AFC4C6"/>
                </a:solidFill>
                <a:latin typeface="Arial"/>
                <a:ea typeface="Arial"/>
                <a:cs typeface="Arial"/>
              </a:defRPr>
            </a:lvl7pPr>
            <a:lvl8pPr algn="l">
              <a:buNone/>
              <a:defRPr sz="1725">
                <a:solidFill>
                  <a:srgbClr val="AFC4C6"/>
                </a:solidFill>
                <a:latin typeface="Arial"/>
                <a:ea typeface="Arial"/>
                <a:cs typeface="Arial"/>
              </a:defRPr>
            </a:lvl8pPr>
            <a:lvl9pPr algn="l">
              <a:buNone/>
              <a:defRPr sz="1725">
                <a:solidFill>
                  <a:srgbClr val="AFC4C6"/>
                </a:solidFill>
                <a:latin typeface="Arial"/>
                <a:ea typeface="Arial"/>
                <a:cs typeface="Arial"/>
              </a:defRPr>
            </a:lvl9pPr>
          </a:lstStyle>
          <a:p xmlns:a="http://schemas.openxmlformats.org/drawingml/2006/main">
            <a:pPr algn="l">
              <a:buNone/>
              <a:defRPr sz="1725">
                <a:solidFill>
                  <a:srgbClr val="AFC4C6"/>
                </a:solidFill>
                <a:latin typeface="Arial"/>
                <a:ea typeface="Arial"/>
                <a:cs typeface="Arial"/>
              </a:defRPr>
            </a:pPr>
            <a:r>
              <a:rPr sz="1725">
                <a:solidFill>
                  <a:srgbClr val="AFC4C6"/>
                </a:solidFill>
                <a:latin typeface="Arial"/>
                <a:ea typeface="Arial"/>
                <a:cs typeface="Arial"/>
              </a:rPr>
              <a:t>Satellite and population data for southeast Riyadh</a:t>
            </a:r>
          </a:p>
        </p:txBody>
      </p:sp>
      <p:sp>
        <p:nvSpPr>
          <p:cNvPr id="8" name="">
            <a:extLst xmlns:a="http://schemas.openxmlformats.org/drawingml/2006/main">
              <a:ext uri="{FF2B5EF4-FFF2-40B4-BE49-F238E27FC236}">
                <a16:creationId xmlns:a16="http://schemas.microsoft.com/office/drawing/2014/main" id="{FED15E1C-D445-4BE5-9ACB-E8DDADBB807E}"/>
              </a:ext>
            </a:extLst>
          </p:cNvPr>
          <p:cNvSpPr>
            <a:spLocks xmlns:a="http://schemas.openxmlformats.org/drawingml/2006/main" noGrp="1"/>
          </p:cNvSpPr>
          <p:nvPr/>
        </p:nvSpPr>
        <p:spPr>
          <a:xfrm xmlns:a="http://schemas.openxmlformats.org/drawingml/2006/main">
            <a:off x="647700" y="3086100"/>
            <a:ext cx="47625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9" name="">
            <a:extLst xmlns:a="http://schemas.openxmlformats.org/drawingml/2006/main">
              <a:ext uri="{FF2B5EF4-FFF2-40B4-BE49-F238E27FC236}">
                <a16:creationId xmlns:a16="http://schemas.microsoft.com/office/drawing/2014/main" id="{835A82FE-7389-41E2-A1C1-04C503AB4775}"/>
              </a:ext>
            </a:extLst>
          </p:cNvPr>
          <p:cNvSpPr>
            <a:spLocks xmlns:a="http://schemas.openxmlformats.org/drawingml/2006/main" noGrp="1"/>
          </p:cNvSpPr>
          <p:nvPr/>
        </p:nvSpPr>
        <p:spPr>
          <a:xfrm xmlns:a="http://schemas.openxmlformats.org/drawingml/2006/main">
            <a:off x="647700" y="33147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E2AD2B"/>
                </a:solidFill>
                <a:latin typeface="Arial"/>
                <a:ea typeface="Arial"/>
                <a:cs typeface="Arial"/>
              </a:defRPr>
            </a:defPPr>
            <a:lvl1pPr algn="l">
              <a:buNone/>
              <a:defRPr sz="975" b="1">
                <a:solidFill>
                  <a:srgbClr val="E2AD2B"/>
                </a:solidFill>
                <a:latin typeface="Arial"/>
                <a:ea typeface="Arial"/>
                <a:cs typeface="Arial"/>
              </a:defRPr>
            </a:lvl1pPr>
            <a:lvl2pPr algn="l">
              <a:buNone/>
              <a:defRPr sz="975" b="1">
                <a:solidFill>
                  <a:srgbClr val="E2AD2B"/>
                </a:solidFill>
                <a:latin typeface="Arial"/>
                <a:ea typeface="Arial"/>
                <a:cs typeface="Arial"/>
              </a:defRPr>
            </a:lvl2pPr>
            <a:lvl3pPr algn="l">
              <a:buNone/>
              <a:defRPr sz="975" b="1">
                <a:solidFill>
                  <a:srgbClr val="E2AD2B"/>
                </a:solidFill>
                <a:latin typeface="Arial"/>
                <a:ea typeface="Arial"/>
                <a:cs typeface="Arial"/>
              </a:defRPr>
            </a:lvl3pPr>
            <a:lvl4pPr algn="l">
              <a:buNone/>
              <a:defRPr sz="975" b="1">
                <a:solidFill>
                  <a:srgbClr val="E2AD2B"/>
                </a:solidFill>
                <a:latin typeface="Arial"/>
                <a:ea typeface="Arial"/>
                <a:cs typeface="Arial"/>
              </a:defRPr>
            </a:lvl4pPr>
            <a:lvl5pPr algn="l">
              <a:buNone/>
              <a:defRPr sz="975" b="1">
                <a:solidFill>
                  <a:srgbClr val="E2AD2B"/>
                </a:solidFill>
                <a:latin typeface="Arial"/>
                <a:ea typeface="Arial"/>
                <a:cs typeface="Arial"/>
              </a:defRPr>
            </a:lvl5pPr>
            <a:lvl6pPr algn="l">
              <a:buNone/>
              <a:defRPr sz="975" b="1">
                <a:solidFill>
                  <a:srgbClr val="E2AD2B"/>
                </a:solidFill>
                <a:latin typeface="Arial"/>
                <a:ea typeface="Arial"/>
                <a:cs typeface="Arial"/>
              </a:defRPr>
            </a:lvl6pPr>
            <a:lvl7pPr algn="l">
              <a:buNone/>
              <a:defRPr sz="975" b="1">
                <a:solidFill>
                  <a:srgbClr val="E2AD2B"/>
                </a:solidFill>
                <a:latin typeface="Arial"/>
                <a:ea typeface="Arial"/>
                <a:cs typeface="Arial"/>
              </a:defRPr>
            </a:lvl7pPr>
            <a:lvl8pPr algn="l">
              <a:buNone/>
              <a:defRPr sz="975" b="1">
                <a:solidFill>
                  <a:srgbClr val="E2AD2B"/>
                </a:solidFill>
                <a:latin typeface="Arial"/>
                <a:ea typeface="Arial"/>
                <a:cs typeface="Arial"/>
              </a:defRPr>
            </a:lvl8pPr>
            <a:lvl9pPr algn="l">
              <a:buNone/>
              <a:defRPr sz="975" b="1">
                <a:solidFill>
                  <a:srgbClr val="E2AD2B"/>
                </a:solidFill>
                <a:latin typeface="Arial"/>
                <a:ea typeface="Arial"/>
                <a:cs typeface="Arial"/>
              </a:defRPr>
            </a:lvl9pPr>
          </a:lstStyle>
          <a:p xmlns:a="http://schemas.openxmlformats.org/drawingml/2006/main">
            <a:pPr algn="l">
              <a:buNone/>
              <a:defRPr sz="975" b="1">
                <a:solidFill>
                  <a:srgbClr val="E2AD2B"/>
                </a:solidFill>
                <a:latin typeface="Arial"/>
                <a:ea typeface="Arial"/>
                <a:cs typeface="Arial"/>
              </a:defRPr>
            </a:pPr>
            <a:r>
              <a:rPr sz="975" b="1">
                <a:solidFill>
                  <a:srgbClr val="E2AD2B"/>
                </a:solidFill>
                <a:latin typeface="Arial"/>
                <a:ea typeface="Arial"/>
                <a:cs typeface="Arial"/>
              </a:rPr>
              <a:t>WHAT IT GIVES</a:t>
            </a:r>
          </a:p>
        </p:txBody>
      </p:sp>
      <p:sp>
        <p:nvSpPr>
          <p:cNvPr id="10" name="">
            <a:extLst xmlns:a="http://schemas.openxmlformats.org/drawingml/2006/main">
              <a:ext uri="{FF2B5EF4-FFF2-40B4-BE49-F238E27FC236}">
                <a16:creationId xmlns:a16="http://schemas.microsoft.com/office/drawing/2014/main" id="{005F5143-D7C5-4E4C-A1C8-A4C7F82A0A40}"/>
              </a:ext>
            </a:extLst>
          </p:cNvPr>
          <p:cNvSpPr>
            <a:spLocks xmlns:a="http://schemas.openxmlformats.org/drawingml/2006/main" noGrp="1"/>
          </p:cNvSpPr>
          <p:nvPr/>
        </p:nvSpPr>
        <p:spPr>
          <a:xfrm xmlns:a="http://schemas.openxmlformats.org/drawingml/2006/main">
            <a:off x="647700" y="3619500"/>
            <a:ext cx="4953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75" b="1">
                <a:solidFill>
                  <a:srgbClr val="F3F6F2"/>
                </a:solidFill>
                <a:latin typeface="Arial"/>
                <a:ea typeface="Arial"/>
                <a:cs typeface="Arial"/>
              </a:defRPr>
            </a:defPPr>
            <a:lvl1pPr algn="l">
              <a:buNone/>
              <a:defRPr sz="2175" b="1">
                <a:solidFill>
                  <a:srgbClr val="F3F6F2"/>
                </a:solidFill>
                <a:latin typeface="Arial"/>
                <a:ea typeface="Arial"/>
                <a:cs typeface="Arial"/>
              </a:defRPr>
            </a:lvl1pPr>
            <a:lvl2pPr algn="l">
              <a:buNone/>
              <a:defRPr sz="2175" b="1">
                <a:solidFill>
                  <a:srgbClr val="F3F6F2"/>
                </a:solidFill>
                <a:latin typeface="Arial"/>
                <a:ea typeface="Arial"/>
                <a:cs typeface="Arial"/>
              </a:defRPr>
            </a:lvl2pPr>
            <a:lvl3pPr algn="l">
              <a:buNone/>
              <a:defRPr sz="2175" b="1">
                <a:solidFill>
                  <a:srgbClr val="F3F6F2"/>
                </a:solidFill>
                <a:latin typeface="Arial"/>
                <a:ea typeface="Arial"/>
                <a:cs typeface="Arial"/>
              </a:defRPr>
            </a:lvl3pPr>
            <a:lvl4pPr algn="l">
              <a:buNone/>
              <a:defRPr sz="2175" b="1">
                <a:solidFill>
                  <a:srgbClr val="F3F6F2"/>
                </a:solidFill>
                <a:latin typeface="Arial"/>
                <a:ea typeface="Arial"/>
                <a:cs typeface="Arial"/>
              </a:defRPr>
            </a:lvl4pPr>
            <a:lvl5pPr algn="l">
              <a:buNone/>
              <a:defRPr sz="2175" b="1">
                <a:solidFill>
                  <a:srgbClr val="F3F6F2"/>
                </a:solidFill>
                <a:latin typeface="Arial"/>
                <a:ea typeface="Arial"/>
                <a:cs typeface="Arial"/>
              </a:defRPr>
            </a:lvl5pPr>
            <a:lvl6pPr algn="l">
              <a:buNone/>
              <a:defRPr sz="2175" b="1">
                <a:solidFill>
                  <a:srgbClr val="F3F6F2"/>
                </a:solidFill>
                <a:latin typeface="Arial"/>
                <a:ea typeface="Arial"/>
                <a:cs typeface="Arial"/>
              </a:defRPr>
            </a:lvl6pPr>
            <a:lvl7pPr algn="l">
              <a:buNone/>
              <a:defRPr sz="2175" b="1">
                <a:solidFill>
                  <a:srgbClr val="F3F6F2"/>
                </a:solidFill>
                <a:latin typeface="Arial"/>
                <a:ea typeface="Arial"/>
                <a:cs typeface="Arial"/>
              </a:defRPr>
            </a:lvl7pPr>
            <a:lvl8pPr algn="l">
              <a:buNone/>
              <a:defRPr sz="2175" b="1">
                <a:solidFill>
                  <a:srgbClr val="F3F6F2"/>
                </a:solidFill>
                <a:latin typeface="Arial"/>
                <a:ea typeface="Arial"/>
                <a:cs typeface="Arial"/>
              </a:defRPr>
            </a:lvl8pPr>
            <a:lvl9pPr algn="l">
              <a:buNone/>
              <a:defRPr sz="2175" b="1">
                <a:solidFill>
                  <a:srgbClr val="F3F6F2"/>
                </a:solidFill>
                <a:latin typeface="Arial"/>
                <a:ea typeface="Arial"/>
                <a:cs typeface="Arial"/>
              </a:defRPr>
            </a:lvl9pPr>
          </a:lstStyle>
          <a:p xmlns:a="http://schemas.openxmlformats.org/drawingml/2006/main">
            <a:pPr algn="l">
              <a:buNone/>
              <a:defRPr sz="2175" b="1">
                <a:solidFill>
                  <a:srgbClr val="F3F6F2"/>
                </a:solidFill>
                <a:latin typeface="Arial"/>
                <a:ea typeface="Arial"/>
                <a:cs typeface="Arial"/>
              </a:defRPr>
            </a:pPr>
            <a:r>
              <a:rPr sz="2175" b="1">
                <a:solidFill>
                  <a:srgbClr val="F3F6F2"/>
                </a:solidFill>
                <a:latin typeface="Arial"/>
                <a:ea typeface="Arial"/>
                <a:cs typeface="Arial"/>
              </a:rPr>
              <a:t>A ranked map of 1 km areas that may need an early site visit</a:t>
            </a:r>
          </a:p>
        </p:txBody>
      </p:sp>
      <p:sp>
        <p:nvSpPr>
          <p:cNvPr id="11" name="">
            <a:extLst xmlns:a="http://schemas.openxmlformats.org/drawingml/2006/main">
              <a:ext uri="{FF2B5EF4-FFF2-40B4-BE49-F238E27FC236}">
                <a16:creationId xmlns:a16="http://schemas.microsoft.com/office/drawing/2014/main" id="{0E26247C-152A-490B-8E0D-CBE8FCD4728C}"/>
              </a:ext>
            </a:extLst>
          </p:cNvPr>
          <p:cNvSpPr>
            <a:spLocks xmlns:a="http://schemas.openxmlformats.org/drawingml/2006/main" noGrp="1"/>
          </p:cNvSpPr>
          <p:nvPr/>
        </p:nvSpPr>
        <p:spPr>
          <a:xfrm xmlns:a="http://schemas.openxmlformats.org/drawingml/2006/main">
            <a:off x="647700" y="58102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F3F6F2"/>
                </a:solidFill>
                <a:latin typeface="Arial"/>
                <a:ea typeface="Arial"/>
                <a:cs typeface="Arial"/>
              </a:defRPr>
            </a:defPPr>
            <a:lvl1pPr algn="l">
              <a:buNone/>
              <a:defRPr sz="1200" b="1">
                <a:solidFill>
                  <a:srgbClr val="F3F6F2"/>
                </a:solidFill>
                <a:latin typeface="Arial"/>
                <a:ea typeface="Arial"/>
                <a:cs typeface="Arial"/>
              </a:defRPr>
            </a:lvl1pPr>
            <a:lvl2pPr algn="l">
              <a:buNone/>
              <a:defRPr sz="1200" b="1">
                <a:solidFill>
                  <a:srgbClr val="F3F6F2"/>
                </a:solidFill>
                <a:latin typeface="Arial"/>
                <a:ea typeface="Arial"/>
                <a:cs typeface="Arial"/>
              </a:defRPr>
            </a:lvl2pPr>
            <a:lvl3pPr algn="l">
              <a:buNone/>
              <a:defRPr sz="1200" b="1">
                <a:solidFill>
                  <a:srgbClr val="F3F6F2"/>
                </a:solidFill>
                <a:latin typeface="Arial"/>
                <a:ea typeface="Arial"/>
                <a:cs typeface="Arial"/>
              </a:defRPr>
            </a:lvl3pPr>
            <a:lvl4pPr algn="l">
              <a:buNone/>
              <a:defRPr sz="1200" b="1">
                <a:solidFill>
                  <a:srgbClr val="F3F6F2"/>
                </a:solidFill>
                <a:latin typeface="Arial"/>
                <a:ea typeface="Arial"/>
                <a:cs typeface="Arial"/>
              </a:defRPr>
            </a:lvl4pPr>
            <a:lvl5pPr algn="l">
              <a:buNone/>
              <a:defRPr sz="1200" b="1">
                <a:solidFill>
                  <a:srgbClr val="F3F6F2"/>
                </a:solidFill>
                <a:latin typeface="Arial"/>
                <a:ea typeface="Arial"/>
                <a:cs typeface="Arial"/>
              </a:defRPr>
            </a:lvl5pPr>
            <a:lvl6pPr algn="l">
              <a:buNone/>
              <a:defRPr sz="1200" b="1">
                <a:solidFill>
                  <a:srgbClr val="F3F6F2"/>
                </a:solidFill>
                <a:latin typeface="Arial"/>
                <a:ea typeface="Arial"/>
                <a:cs typeface="Arial"/>
              </a:defRPr>
            </a:lvl6pPr>
            <a:lvl7pPr algn="l">
              <a:buNone/>
              <a:defRPr sz="1200" b="1">
                <a:solidFill>
                  <a:srgbClr val="F3F6F2"/>
                </a:solidFill>
                <a:latin typeface="Arial"/>
                <a:ea typeface="Arial"/>
                <a:cs typeface="Arial"/>
              </a:defRPr>
            </a:lvl7pPr>
            <a:lvl8pPr algn="l">
              <a:buNone/>
              <a:defRPr sz="1200" b="1">
                <a:solidFill>
                  <a:srgbClr val="F3F6F2"/>
                </a:solidFill>
                <a:latin typeface="Arial"/>
                <a:ea typeface="Arial"/>
                <a:cs typeface="Arial"/>
              </a:defRPr>
            </a:lvl8pPr>
            <a:lvl9pPr algn="l">
              <a:buNone/>
              <a:defRPr sz="1200" b="1">
                <a:solidFill>
                  <a:srgbClr val="F3F6F2"/>
                </a:solidFill>
                <a:latin typeface="Arial"/>
                <a:ea typeface="Arial"/>
                <a:cs typeface="Arial"/>
              </a:defRPr>
            </a:lvl9pPr>
          </a:lstStyle>
          <a:p xmlns:a="http://schemas.openxmlformats.org/drawingml/2006/main">
            <a:pPr algn="l">
              <a:buNone/>
              <a:defRPr sz="1200" b="1">
                <a:solidFill>
                  <a:srgbClr val="F3F6F2"/>
                </a:solidFill>
                <a:latin typeface="Arial"/>
                <a:ea typeface="Arial"/>
                <a:cs typeface="Arial"/>
              </a:defRPr>
            </a:pPr>
            <a:r>
              <a:rPr sz="1200" b="1">
                <a:solidFill>
                  <a:srgbClr val="F3F6F2"/>
                </a:solidFill>
                <a:latin typeface="Arial"/>
                <a:ea typeface="Arial"/>
                <a:cs typeface="Arial"/>
              </a:rPr>
              <a:t>Team Milkaholics</a:t>
            </a:r>
          </a:p>
        </p:txBody>
      </p:sp>
      <p:sp>
        <p:nvSpPr>
          <p:cNvPr id="12" name="">
            <a:extLst xmlns:a="http://schemas.openxmlformats.org/drawingml/2006/main">
              <a:ext uri="{FF2B5EF4-FFF2-40B4-BE49-F238E27FC236}">
                <a16:creationId xmlns:a16="http://schemas.microsoft.com/office/drawing/2014/main" id="{39A1B093-C6E0-4A78-B987-A0BAF36988D7}"/>
              </a:ext>
            </a:extLst>
          </p:cNvPr>
          <p:cNvSpPr>
            <a:spLocks xmlns:a="http://schemas.openxmlformats.org/drawingml/2006/main" noGrp="1"/>
          </p:cNvSpPr>
          <p:nvPr/>
        </p:nvSpPr>
        <p:spPr>
          <a:xfrm xmlns:a="http://schemas.openxmlformats.org/drawingml/2006/main">
            <a:off x="647700" y="6115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AFC4C6"/>
                </a:solidFill>
                <a:latin typeface="Arial"/>
                <a:ea typeface="Arial"/>
                <a:cs typeface="Arial"/>
              </a:defRPr>
            </a:defPPr>
            <a:lvl1pPr algn="l">
              <a:buNone/>
              <a:defRPr sz="1050">
                <a:solidFill>
                  <a:srgbClr val="AFC4C6"/>
                </a:solidFill>
                <a:latin typeface="Arial"/>
                <a:ea typeface="Arial"/>
                <a:cs typeface="Arial"/>
              </a:defRPr>
            </a:lvl1pPr>
            <a:lvl2pPr algn="l">
              <a:buNone/>
              <a:defRPr sz="1050">
                <a:solidFill>
                  <a:srgbClr val="AFC4C6"/>
                </a:solidFill>
                <a:latin typeface="Arial"/>
                <a:ea typeface="Arial"/>
                <a:cs typeface="Arial"/>
              </a:defRPr>
            </a:lvl2pPr>
            <a:lvl3pPr algn="l">
              <a:buNone/>
              <a:defRPr sz="1050">
                <a:solidFill>
                  <a:srgbClr val="AFC4C6"/>
                </a:solidFill>
                <a:latin typeface="Arial"/>
                <a:ea typeface="Arial"/>
                <a:cs typeface="Arial"/>
              </a:defRPr>
            </a:lvl3pPr>
            <a:lvl4pPr algn="l">
              <a:buNone/>
              <a:defRPr sz="1050">
                <a:solidFill>
                  <a:srgbClr val="AFC4C6"/>
                </a:solidFill>
                <a:latin typeface="Arial"/>
                <a:ea typeface="Arial"/>
                <a:cs typeface="Arial"/>
              </a:defRPr>
            </a:lvl4pPr>
            <a:lvl5pPr algn="l">
              <a:buNone/>
              <a:defRPr sz="1050">
                <a:solidFill>
                  <a:srgbClr val="AFC4C6"/>
                </a:solidFill>
                <a:latin typeface="Arial"/>
                <a:ea typeface="Arial"/>
                <a:cs typeface="Arial"/>
              </a:defRPr>
            </a:lvl5pPr>
            <a:lvl6pPr algn="l">
              <a:buNone/>
              <a:defRPr sz="1050">
                <a:solidFill>
                  <a:srgbClr val="AFC4C6"/>
                </a:solidFill>
                <a:latin typeface="Arial"/>
                <a:ea typeface="Arial"/>
                <a:cs typeface="Arial"/>
              </a:defRPr>
            </a:lvl6pPr>
            <a:lvl7pPr algn="l">
              <a:buNone/>
              <a:defRPr sz="1050">
                <a:solidFill>
                  <a:srgbClr val="AFC4C6"/>
                </a:solidFill>
                <a:latin typeface="Arial"/>
                <a:ea typeface="Arial"/>
                <a:cs typeface="Arial"/>
              </a:defRPr>
            </a:lvl7pPr>
            <a:lvl8pPr algn="l">
              <a:buNone/>
              <a:defRPr sz="1050">
                <a:solidFill>
                  <a:srgbClr val="AFC4C6"/>
                </a:solidFill>
                <a:latin typeface="Arial"/>
                <a:ea typeface="Arial"/>
                <a:cs typeface="Arial"/>
              </a:defRPr>
            </a:lvl8pPr>
            <a:lvl9pPr algn="l">
              <a:buNone/>
              <a:defRPr sz="1050">
                <a:solidFill>
                  <a:srgbClr val="AFC4C6"/>
                </a:solidFill>
                <a:latin typeface="Arial"/>
                <a:ea typeface="Arial"/>
                <a:cs typeface="Arial"/>
              </a:defRPr>
            </a:lvl9pPr>
          </a:lstStyle>
          <a:p xmlns:a="http://schemas.openxmlformats.org/drawingml/2006/main">
            <a:pPr algn="l">
              <a:buNone/>
              <a:defRPr sz="1050">
                <a:solidFill>
                  <a:srgbClr val="AFC4C6"/>
                </a:solidFill>
                <a:latin typeface="Arial"/>
                <a:ea typeface="Arial"/>
                <a:cs typeface="Arial"/>
              </a:defRPr>
            </a:pPr>
            <a:r>
              <a:rPr sz="1050">
                <a:solidFill>
                  <a:srgbClr val="AFC4C6"/>
                </a:solidFill>
                <a:latin typeface="Arial"/>
                <a:ea typeface="Arial"/>
                <a:cs typeface="Arial"/>
              </a:rPr>
              <a:t>Yusuf Karanib and Raed Mardoum</a:t>
            </a:r>
          </a:p>
        </p:txBody>
      </p:sp>
    </p:spTree>
    <p:extLst>
      <p:ext uri="{BB962C8B-B14F-4D97-AF65-F5344CB8AC3E}">
        <p14:creationId xmlns:p14="http://schemas.microsoft.com/office/powerpoint/2010/main" val="1942299925"/>
      </p:ext>
    </p:extLst>
  </p:cSld>
</p:sld>
</file>

<file path=ppt/slides/slide2.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D38E49A-67C8-4F77-BAC0-CD0737FBC4EE}"/>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TEAM</a:t>
            </a:r>
          </a:p>
        </p:txBody>
      </p:sp>
      <p:sp>
        <p:nvSpPr>
          <p:cNvPr id="2" name="">
            <a:extLst xmlns:a="http://schemas.openxmlformats.org/drawingml/2006/main">
              <a:ext uri="{FF2B5EF4-FFF2-40B4-BE49-F238E27FC236}">
                <a16:creationId xmlns:a16="http://schemas.microsoft.com/office/drawing/2014/main" id="{38D1438E-32EF-4853-9459-7D42EFC2EF92}"/>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Our team</a:t>
            </a:r>
          </a:p>
        </p:txBody>
      </p:sp>
      <p:sp>
        <p:nvSpPr>
          <p:cNvPr id="3" name="">
            <a:extLst xmlns:a="http://schemas.openxmlformats.org/drawingml/2006/main">
              <a:ext uri="{FF2B5EF4-FFF2-40B4-BE49-F238E27FC236}">
                <a16:creationId xmlns:a16="http://schemas.microsoft.com/office/drawing/2014/main" id="{B03F42FD-2E26-485D-B97B-2E626E753797}"/>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D34065C2-1B00-4849-BDFD-973CC19F5A15}"/>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AB26CB7B-F38B-44F6-A933-D1DBAEDF8173}"/>
              </a:ext>
            </a:extLst>
          </p:cNvPr>
          <p:cNvSpPr>
            <a:spLocks xmlns:a="http://schemas.openxmlformats.org/drawingml/2006/main" noGrp="1"/>
          </p:cNvSpPr>
          <p:nvPr/>
        </p:nvSpPr>
        <p:spPr>
          <a:xfrm xmlns:a="http://schemas.openxmlformats.org/drawingml/2006/main">
            <a:off x="6096000" y="1619250"/>
            <a:ext cx="9525" cy="3905250"/>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6" name="">
            <a:extLst xmlns:a="http://schemas.openxmlformats.org/drawingml/2006/main">
              <a:ext uri="{FF2B5EF4-FFF2-40B4-BE49-F238E27FC236}">
                <a16:creationId xmlns:a16="http://schemas.microsoft.com/office/drawing/2014/main" id="{79D2D177-5CC1-40AA-ADC9-4454CA6C7E49}"/>
              </a:ext>
            </a:extLst>
          </p:cNvPr>
          <p:cNvSpPr>
            <a:spLocks xmlns:a="http://schemas.openxmlformats.org/drawingml/2006/main" noGrp="1"/>
          </p:cNvSpPr>
          <p:nvPr/>
        </p:nvSpPr>
        <p:spPr>
          <a:xfrm xmlns:a="http://schemas.openxmlformats.org/drawingml/2006/main">
            <a:off x="2952750" y="1619250"/>
            <a:ext cx="276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250" b="1">
                <a:solidFill>
                  <a:srgbClr val="F3F6F2"/>
                </a:solidFill>
                <a:latin typeface="Arial"/>
                <a:ea typeface="Arial"/>
                <a:cs typeface="Arial"/>
              </a:defRPr>
            </a:defPPr>
            <a:lvl1pPr algn="l">
              <a:buNone/>
              <a:defRPr sz="2325" b="1">
                <a:solidFill>
                  <a:srgbClr val="F3F6F2"/>
                </a:solidFill>
                <a:latin typeface="Arial"/>
                <a:ea typeface="Arial"/>
                <a:cs typeface="Arial"/>
              </a:defRPr>
            </a:lvl1pPr>
            <a:lvl2pPr algn="l">
              <a:buNone/>
              <a:defRPr sz="2325" b="1">
                <a:solidFill>
                  <a:srgbClr val="F3F6F2"/>
                </a:solidFill>
                <a:latin typeface="Arial"/>
                <a:ea typeface="Arial"/>
                <a:cs typeface="Arial"/>
              </a:defRPr>
            </a:lvl2pPr>
            <a:lvl3pPr algn="l">
              <a:buNone/>
              <a:defRPr sz="2325" b="1">
                <a:solidFill>
                  <a:srgbClr val="F3F6F2"/>
                </a:solidFill>
                <a:latin typeface="Arial"/>
                <a:ea typeface="Arial"/>
                <a:cs typeface="Arial"/>
              </a:defRPr>
            </a:lvl3pPr>
            <a:lvl4pPr algn="l">
              <a:buNone/>
              <a:defRPr sz="2325" b="1">
                <a:solidFill>
                  <a:srgbClr val="F3F6F2"/>
                </a:solidFill>
                <a:latin typeface="Arial"/>
                <a:ea typeface="Arial"/>
                <a:cs typeface="Arial"/>
              </a:defRPr>
            </a:lvl4pPr>
            <a:lvl5pPr algn="l">
              <a:buNone/>
              <a:defRPr sz="2325" b="1">
                <a:solidFill>
                  <a:srgbClr val="F3F6F2"/>
                </a:solidFill>
                <a:latin typeface="Arial"/>
                <a:ea typeface="Arial"/>
                <a:cs typeface="Arial"/>
              </a:defRPr>
            </a:lvl5pPr>
            <a:lvl6pPr algn="l">
              <a:buNone/>
              <a:defRPr sz="2325" b="1">
                <a:solidFill>
                  <a:srgbClr val="F3F6F2"/>
                </a:solidFill>
                <a:latin typeface="Arial"/>
                <a:ea typeface="Arial"/>
                <a:cs typeface="Arial"/>
              </a:defRPr>
            </a:lvl6pPr>
            <a:lvl7pPr algn="l">
              <a:buNone/>
              <a:defRPr sz="2325" b="1">
                <a:solidFill>
                  <a:srgbClr val="F3F6F2"/>
                </a:solidFill>
                <a:latin typeface="Arial"/>
                <a:ea typeface="Arial"/>
                <a:cs typeface="Arial"/>
              </a:defRPr>
            </a:lvl7pPr>
            <a:lvl8pPr algn="l">
              <a:buNone/>
              <a:defRPr sz="2325" b="1">
                <a:solidFill>
                  <a:srgbClr val="F3F6F2"/>
                </a:solidFill>
                <a:latin typeface="Arial"/>
                <a:ea typeface="Arial"/>
                <a:cs typeface="Arial"/>
              </a:defRPr>
            </a:lvl8pPr>
            <a:lvl9pPr algn="l">
              <a:buNone/>
              <a:defRPr sz="2325" b="1">
                <a:solidFill>
                  <a:srgbClr val="F3F6F2"/>
                </a:solidFill>
                <a:latin typeface="Arial"/>
                <a:ea typeface="Arial"/>
                <a:cs typeface="Arial"/>
              </a:defRPr>
            </a:lvl9pPr>
          </a:lstStyle>
          <a:p xmlns:a="http://schemas.openxmlformats.org/drawingml/2006/main">
            <a:pPr algn="l">
              <a:buNone/>
              <a:defRPr sz="2250" b="1">
                <a:solidFill>
                  <a:srgbClr val="F3F6F2"/>
                </a:solidFill>
                <a:latin typeface="Arial"/>
                <a:ea typeface="Arial"/>
                <a:cs typeface="Arial"/>
              </a:defRPr>
            </a:pPr>
            <a:r>
              <a:rPr sz="2250" b="1">
                <a:solidFill>
                  <a:srgbClr val="F3F6F2"/>
                </a:solidFill>
                <a:latin typeface="Arial"/>
                <a:ea typeface="Arial"/>
                <a:cs typeface="Arial"/>
              </a:rPr>
              <a:t>Yusuf Karanib</a:t>
            </a:r>
          </a:p>
        </p:txBody>
      </p:sp>
      <p:sp>
        <p:nvSpPr>
          <p:cNvPr id="7" name="">
            <a:extLst xmlns:a="http://schemas.openxmlformats.org/drawingml/2006/main">
              <a:ext uri="{FF2B5EF4-FFF2-40B4-BE49-F238E27FC236}">
                <a16:creationId xmlns:a16="http://schemas.microsoft.com/office/drawing/2014/main" id="{BD44ED04-99DB-47DE-8723-50EBB17EE4F9}"/>
              </a:ext>
            </a:extLst>
          </p:cNvPr>
          <p:cNvSpPr>
            <a:spLocks xmlns:a="http://schemas.openxmlformats.org/drawingml/2006/main" noGrp="1"/>
          </p:cNvSpPr>
          <p:nvPr/>
        </p:nvSpPr>
        <p:spPr>
          <a:xfrm xmlns:a="http://schemas.openxmlformats.org/drawingml/2006/main">
            <a:off x="2952750" y="32575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AA58F"/>
                </a:solidFill>
                <a:latin typeface="Arial"/>
                <a:ea typeface="Arial"/>
                <a:cs typeface="Arial"/>
              </a:defRPr>
            </a:defPPr>
            <a:lvl1pPr algn="l">
              <a:buNone/>
              <a:defRPr sz="1425" b="1">
                <a:solidFill>
                  <a:srgbClr val="1AA58F"/>
                </a:solidFill>
                <a:latin typeface="Arial"/>
                <a:ea typeface="Arial"/>
                <a:cs typeface="Arial"/>
              </a:defRPr>
            </a:lvl1pPr>
            <a:lvl2pPr algn="l">
              <a:buNone/>
              <a:defRPr sz="1425" b="1">
                <a:solidFill>
                  <a:srgbClr val="1AA58F"/>
                </a:solidFill>
                <a:latin typeface="Arial"/>
                <a:ea typeface="Arial"/>
                <a:cs typeface="Arial"/>
              </a:defRPr>
            </a:lvl2pPr>
            <a:lvl3pPr algn="l">
              <a:buNone/>
              <a:defRPr sz="1425" b="1">
                <a:solidFill>
                  <a:srgbClr val="1AA58F"/>
                </a:solidFill>
                <a:latin typeface="Arial"/>
                <a:ea typeface="Arial"/>
                <a:cs typeface="Arial"/>
              </a:defRPr>
            </a:lvl3pPr>
            <a:lvl4pPr algn="l">
              <a:buNone/>
              <a:defRPr sz="1425" b="1">
                <a:solidFill>
                  <a:srgbClr val="1AA58F"/>
                </a:solidFill>
                <a:latin typeface="Arial"/>
                <a:ea typeface="Arial"/>
                <a:cs typeface="Arial"/>
              </a:defRPr>
            </a:lvl4pPr>
            <a:lvl5pPr algn="l">
              <a:buNone/>
              <a:defRPr sz="1425" b="1">
                <a:solidFill>
                  <a:srgbClr val="1AA58F"/>
                </a:solidFill>
                <a:latin typeface="Arial"/>
                <a:ea typeface="Arial"/>
                <a:cs typeface="Arial"/>
              </a:defRPr>
            </a:lvl5pPr>
            <a:lvl6pPr algn="l">
              <a:buNone/>
              <a:defRPr sz="1425" b="1">
                <a:solidFill>
                  <a:srgbClr val="1AA58F"/>
                </a:solidFill>
                <a:latin typeface="Arial"/>
                <a:ea typeface="Arial"/>
                <a:cs typeface="Arial"/>
              </a:defRPr>
            </a:lvl6pPr>
            <a:lvl7pPr algn="l">
              <a:buNone/>
              <a:defRPr sz="1425" b="1">
                <a:solidFill>
                  <a:srgbClr val="1AA58F"/>
                </a:solidFill>
                <a:latin typeface="Arial"/>
                <a:ea typeface="Arial"/>
                <a:cs typeface="Arial"/>
              </a:defRPr>
            </a:lvl7pPr>
            <a:lvl8pPr algn="l">
              <a:buNone/>
              <a:defRPr sz="1425" b="1">
                <a:solidFill>
                  <a:srgbClr val="1AA58F"/>
                </a:solidFill>
                <a:latin typeface="Arial"/>
                <a:ea typeface="Arial"/>
                <a:cs typeface="Arial"/>
              </a:defRPr>
            </a:lvl8pPr>
            <a:lvl9pPr algn="l">
              <a:buNone/>
              <a:defRPr sz="1425" b="1">
                <a:solidFill>
                  <a:srgbClr val="1AA58F"/>
                </a:solidFill>
                <a:latin typeface="Arial"/>
                <a:ea typeface="Arial"/>
                <a:cs typeface="Arial"/>
              </a:defRPr>
            </a:lvl9pPr>
          </a:lstStyle>
          <a:p xmlns:a="http://schemas.openxmlformats.org/drawingml/2006/main">
            <a:pPr algn="l">
              <a:buNone/>
              <a:defRPr sz="1350" b="1">
                <a:solidFill>
                  <a:srgbClr val="1AA58F"/>
                </a:solidFill>
                <a:latin typeface="Arial"/>
                <a:ea typeface="Arial"/>
                <a:cs typeface="Arial"/>
              </a:defRPr>
            </a:pPr>
            <a:r>
              <a:rPr sz="1350" b="1">
                <a:solidFill>
                  <a:srgbClr val="1AA58F"/>
                </a:solidFill>
                <a:latin typeface="Arial"/>
                <a:ea typeface="Arial"/>
                <a:cs typeface="Arial"/>
              </a:rPr>
              <a:t>Project lead and demo</a:t>
            </a:r>
          </a:p>
        </p:txBody>
      </p:sp>
      <p:sp>
        <p:nvSpPr>
          <p:cNvPr id="8" name="">
            <a:extLst xmlns:a="http://schemas.openxmlformats.org/drawingml/2006/main">
              <a:ext uri="{FF2B5EF4-FFF2-40B4-BE49-F238E27FC236}">
                <a16:creationId xmlns:a16="http://schemas.microsoft.com/office/drawing/2014/main" id="{A877565B-1527-4208-86E0-827C02D2C476}"/>
              </a:ext>
            </a:extLst>
          </p:cNvPr>
          <p:cNvSpPr>
            <a:spLocks xmlns:a="http://schemas.openxmlformats.org/drawingml/2006/main" noGrp="1"/>
          </p:cNvSpPr>
          <p:nvPr/>
        </p:nvSpPr>
        <p:spPr>
          <a:xfrm xmlns:a="http://schemas.openxmlformats.org/drawingml/2006/main">
            <a:off x="2952750" y="2133600"/>
            <a:ext cx="27813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buNone/>
              <a:defRPr sz="1650">
                <a:solidFill>
                  <a:srgbClr val="F3F6F2"/>
                </a:solidFill>
                <a:latin typeface="Arial"/>
                <a:ea typeface="Arial"/>
                <a:cs typeface="Arial"/>
              </a:defRPr>
            </a:lvl1pPr>
            <a:lvl2pPr algn="l">
              <a:buNone/>
              <a:defRPr sz="1650">
                <a:solidFill>
                  <a:srgbClr val="F3F6F2"/>
                </a:solidFill>
                <a:latin typeface="Arial"/>
                <a:ea typeface="Arial"/>
                <a:cs typeface="Arial"/>
              </a:defRPr>
            </a:lvl2pPr>
            <a:lvl3pPr algn="l">
              <a:buNone/>
              <a:defRPr sz="1650">
                <a:solidFill>
                  <a:srgbClr val="F3F6F2"/>
                </a:solidFill>
                <a:latin typeface="Arial"/>
                <a:ea typeface="Arial"/>
                <a:cs typeface="Arial"/>
              </a:defRPr>
            </a:lvl3pPr>
            <a:lvl4pPr algn="l">
              <a:buNone/>
              <a:defRPr sz="1650">
                <a:solidFill>
                  <a:srgbClr val="F3F6F2"/>
                </a:solidFill>
                <a:latin typeface="Arial"/>
                <a:ea typeface="Arial"/>
                <a:cs typeface="Arial"/>
              </a:defRPr>
            </a:lvl4pPr>
            <a:lvl5pPr algn="l">
              <a:buNone/>
              <a:defRPr sz="1650">
                <a:solidFill>
                  <a:srgbClr val="F3F6F2"/>
                </a:solidFill>
                <a:latin typeface="Arial"/>
                <a:ea typeface="Arial"/>
                <a:cs typeface="Arial"/>
              </a:defRPr>
            </a:lvl5pPr>
            <a:lvl6pPr algn="l">
              <a:buNone/>
              <a:defRPr sz="1650">
                <a:solidFill>
                  <a:srgbClr val="F3F6F2"/>
                </a:solidFill>
                <a:latin typeface="Arial"/>
                <a:ea typeface="Arial"/>
                <a:cs typeface="Arial"/>
              </a:defRPr>
            </a:lvl6pPr>
            <a:lvl7pPr algn="l">
              <a:buNone/>
              <a:defRPr sz="1650">
                <a:solidFill>
                  <a:srgbClr val="F3F6F2"/>
                </a:solidFill>
                <a:latin typeface="Arial"/>
                <a:ea typeface="Arial"/>
                <a:cs typeface="Arial"/>
              </a:defRPr>
            </a:lvl7pPr>
            <a:lvl8pPr algn="l">
              <a:buNone/>
              <a:defRPr sz="1650">
                <a:solidFill>
                  <a:srgbClr val="F3F6F2"/>
                </a:solidFill>
                <a:latin typeface="Arial"/>
                <a:ea typeface="Arial"/>
                <a:cs typeface="Arial"/>
              </a:defRPr>
            </a:lvl8pPr>
            <a:lvl9pPr algn="l">
              <a:buNone/>
              <a:defRPr sz="1650">
                <a:solidFill>
                  <a:srgbClr val="F3F6F2"/>
                </a:solidFill>
                <a:latin typeface="Arial"/>
                <a:ea typeface="Arial"/>
                <a:cs typeface="Arial"/>
              </a:defRPr>
            </a:lvl9pPr>
          </a:lstStyle>
          <a:p xmlns:a="http://schemas.openxmlformats.org/drawingml/2006/main">
            <a:pPr algn="l">
              <a:buNone/>
              <a:defRPr sz="1350">
                <a:solidFill>
                  <a:srgbClr val="F3F6F2"/>
                </a:solidFill>
                <a:latin typeface="Arial"/>
                <a:ea typeface="Arial"/>
                <a:cs typeface="Arial"/>
              </a:defRPr>
            </a:pPr>
            <a:r>
              <a:rPr sz="1350">
                <a:solidFill>
                  <a:srgbClr val="F3F6F2"/>
                </a:solidFill>
                <a:latin typeface="Arial"/>
                <a:ea typeface="Arial"/>
                <a:cs typeface="Arial"/>
              </a:rPr>
              <a:t>Early-career AI and cloud developer based in the UAE, with a background in game development and business studies in Canada.</a:t>
            </a:r>
          </a:p>
        </p:txBody>
      </p:sp>
      <p:sp>
        <p:nvSpPr>
          <p:cNvPr id="9" name="">
            <a:extLst xmlns:a="http://schemas.openxmlformats.org/drawingml/2006/main">
              <a:ext uri="{FF2B5EF4-FFF2-40B4-BE49-F238E27FC236}">
                <a16:creationId xmlns:a16="http://schemas.microsoft.com/office/drawing/2014/main" id="{AEECAE60-F9BB-4EB1-B485-2DA9F098602A}"/>
              </a:ext>
            </a:extLst>
          </p:cNvPr>
          <p:cNvSpPr>
            <a:spLocks xmlns:a="http://schemas.openxmlformats.org/drawingml/2006/main" noGrp="1"/>
          </p:cNvSpPr>
          <p:nvPr/>
        </p:nvSpPr>
        <p:spPr>
          <a:xfrm xmlns:a="http://schemas.openxmlformats.org/drawingml/2006/main">
            <a:off x="8953500" y="1619250"/>
            <a:ext cx="2647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250" b="1">
                <a:solidFill>
                  <a:srgbClr val="F3F6F2"/>
                </a:solidFill>
                <a:latin typeface="Arial"/>
                <a:ea typeface="Arial"/>
                <a:cs typeface="Arial"/>
              </a:defRPr>
            </a:defPPr>
            <a:lvl1pPr algn="l">
              <a:buNone/>
              <a:defRPr sz="2325" b="1">
                <a:solidFill>
                  <a:srgbClr val="F3F6F2"/>
                </a:solidFill>
                <a:latin typeface="Arial"/>
                <a:ea typeface="Arial"/>
                <a:cs typeface="Arial"/>
              </a:defRPr>
            </a:lvl1pPr>
            <a:lvl2pPr algn="l">
              <a:buNone/>
              <a:defRPr sz="2325" b="1">
                <a:solidFill>
                  <a:srgbClr val="F3F6F2"/>
                </a:solidFill>
                <a:latin typeface="Arial"/>
                <a:ea typeface="Arial"/>
                <a:cs typeface="Arial"/>
              </a:defRPr>
            </a:lvl2pPr>
            <a:lvl3pPr algn="l">
              <a:buNone/>
              <a:defRPr sz="2325" b="1">
                <a:solidFill>
                  <a:srgbClr val="F3F6F2"/>
                </a:solidFill>
                <a:latin typeface="Arial"/>
                <a:ea typeface="Arial"/>
                <a:cs typeface="Arial"/>
              </a:defRPr>
            </a:lvl3pPr>
            <a:lvl4pPr algn="l">
              <a:buNone/>
              <a:defRPr sz="2325" b="1">
                <a:solidFill>
                  <a:srgbClr val="F3F6F2"/>
                </a:solidFill>
                <a:latin typeface="Arial"/>
                <a:ea typeface="Arial"/>
                <a:cs typeface="Arial"/>
              </a:defRPr>
            </a:lvl4pPr>
            <a:lvl5pPr algn="l">
              <a:buNone/>
              <a:defRPr sz="2325" b="1">
                <a:solidFill>
                  <a:srgbClr val="F3F6F2"/>
                </a:solidFill>
                <a:latin typeface="Arial"/>
                <a:ea typeface="Arial"/>
                <a:cs typeface="Arial"/>
              </a:defRPr>
            </a:lvl5pPr>
            <a:lvl6pPr algn="l">
              <a:buNone/>
              <a:defRPr sz="2325" b="1">
                <a:solidFill>
                  <a:srgbClr val="F3F6F2"/>
                </a:solidFill>
                <a:latin typeface="Arial"/>
                <a:ea typeface="Arial"/>
                <a:cs typeface="Arial"/>
              </a:defRPr>
            </a:lvl6pPr>
            <a:lvl7pPr algn="l">
              <a:buNone/>
              <a:defRPr sz="2325" b="1">
                <a:solidFill>
                  <a:srgbClr val="F3F6F2"/>
                </a:solidFill>
                <a:latin typeface="Arial"/>
                <a:ea typeface="Arial"/>
                <a:cs typeface="Arial"/>
              </a:defRPr>
            </a:lvl7pPr>
            <a:lvl8pPr algn="l">
              <a:buNone/>
              <a:defRPr sz="2325" b="1">
                <a:solidFill>
                  <a:srgbClr val="F3F6F2"/>
                </a:solidFill>
                <a:latin typeface="Arial"/>
                <a:ea typeface="Arial"/>
                <a:cs typeface="Arial"/>
              </a:defRPr>
            </a:lvl8pPr>
            <a:lvl9pPr algn="l">
              <a:buNone/>
              <a:defRPr sz="2325" b="1">
                <a:solidFill>
                  <a:srgbClr val="F3F6F2"/>
                </a:solidFill>
                <a:latin typeface="Arial"/>
                <a:ea typeface="Arial"/>
                <a:cs typeface="Arial"/>
              </a:defRPr>
            </a:lvl9pPr>
          </a:lstStyle>
          <a:p xmlns:a="http://schemas.openxmlformats.org/drawingml/2006/main">
            <a:pPr algn="l">
              <a:buNone/>
              <a:defRPr sz="2250" b="1">
                <a:solidFill>
                  <a:srgbClr val="F3F6F2"/>
                </a:solidFill>
                <a:latin typeface="Arial"/>
                <a:ea typeface="Arial"/>
                <a:cs typeface="Arial"/>
              </a:defRPr>
            </a:pPr>
            <a:r>
              <a:rPr sz="2250" b="1">
                <a:solidFill>
                  <a:srgbClr val="F3F6F2"/>
                </a:solidFill>
                <a:latin typeface="Arial"/>
                <a:ea typeface="Arial"/>
                <a:cs typeface="Arial"/>
              </a:rPr>
              <a:t>Raed Mardoum</a:t>
            </a:r>
          </a:p>
        </p:txBody>
      </p:sp>
      <p:sp>
        <p:nvSpPr>
          <p:cNvPr id="10" name="">
            <a:extLst xmlns:a="http://schemas.openxmlformats.org/drawingml/2006/main">
              <a:ext uri="{FF2B5EF4-FFF2-40B4-BE49-F238E27FC236}">
                <a16:creationId xmlns:a16="http://schemas.microsoft.com/office/drawing/2014/main" id="{A3AB6684-22A0-47BD-80BD-D282C0C1280C}"/>
              </a:ext>
            </a:extLst>
          </p:cNvPr>
          <p:cNvSpPr>
            <a:spLocks xmlns:a="http://schemas.openxmlformats.org/drawingml/2006/main" noGrp="1"/>
          </p:cNvSpPr>
          <p:nvPr/>
        </p:nvSpPr>
        <p:spPr>
          <a:xfrm xmlns:a="http://schemas.openxmlformats.org/drawingml/2006/main">
            <a:off x="8953500" y="325755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6D5DD3"/>
                </a:solidFill>
                <a:latin typeface="Arial"/>
                <a:ea typeface="Arial"/>
                <a:cs typeface="Arial"/>
              </a:defRPr>
            </a:defPPr>
            <a:lvl1pPr algn="l">
              <a:buNone/>
              <a:defRPr sz="1425" b="1">
                <a:solidFill>
                  <a:srgbClr val="6D5DD3"/>
                </a:solidFill>
                <a:latin typeface="Arial"/>
                <a:ea typeface="Arial"/>
                <a:cs typeface="Arial"/>
              </a:defRPr>
            </a:lvl1pPr>
            <a:lvl2pPr algn="l">
              <a:buNone/>
              <a:defRPr sz="1425" b="1">
                <a:solidFill>
                  <a:srgbClr val="6D5DD3"/>
                </a:solidFill>
                <a:latin typeface="Arial"/>
                <a:ea typeface="Arial"/>
                <a:cs typeface="Arial"/>
              </a:defRPr>
            </a:lvl2pPr>
            <a:lvl3pPr algn="l">
              <a:buNone/>
              <a:defRPr sz="1425" b="1">
                <a:solidFill>
                  <a:srgbClr val="6D5DD3"/>
                </a:solidFill>
                <a:latin typeface="Arial"/>
                <a:ea typeface="Arial"/>
                <a:cs typeface="Arial"/>
              </a:defRPr>
            </a:lvl3pPr>
            <a:lvl4pPr algn="l">
              <a:buNone/>
              <a:defRPr sz="1425" b="1">
                <a:solidFill>
                  <a:srgbClr val="6D5DD3"/>
                </a:solidFill>
                <a:latin typeface="Arial"/>
                <a:ea typeface="Arial"/>
                <a:cs typeface="Arial"/>
              </a:defRPr>
            </a:lvl4pPr>
            <a:lvl5pPr algn="l">
              <a:buNone/>
              <a:defRPr sz="1425" b="1">
                <a:solidFill>
                  <a:srgbClr val="6D5DD3"/>
                </a:solidFill>
                <a:latin typeface="Arial"/>
                <a:ea typeface="Arial"/>
                <a:cs typeface="Arial"/>
              </a:defRPr>
            </a:lvl5pPr>
            <a:lvl6pPr algn="l">
              <a:buNone/>
              <a:defRPr sz="1425" b="1">
                <a:solidFill>
                  <a:srgbClr val="6D5DD3"/>
                </a:solidFill>
                <a:latin typeface="Arial"/>
                <a:ea typeface="Arial"/>
                <a:cs typeface="Arial"/>
              </a:defRPr>
            </a:lvl6pPr>
            <a:lvl7pPr algn="l">
              <a:buNone/>
              <a:defRPr sz="1425" b="1">
                <a:solidFill>
                  <a:srgbClr val="6D5DD3"/>
                </a:solidFill>
                <a:latin typeface="Arial"/>
                <a:ea typeface="Arial"/>
                <a:cs typeface="Arial"/>
              </a:defRPr>
            </a:lvl7pPr>
            <a:lvl8pPr algn="l">
              <a:buNone/>
              <a:defRPr sz="1425" b="1">
                <a:solidFill>
                  <a:srgbClr val="6D5DD3"/>
                </a:solidFill>
                <a:latin typeface="Arial"/>
                <a:ea typeface="Arial"/>
                <a:cs typeface="Arial"/>
              </a:defRPr>
            </a:lvl8pPr>
            <a:lvl9pPr algn="l">
              <a:buNone/>
              <a:defRPr sz="1425" b="1">
                <a:solidFill>
                  <a:srgbClr val="6D5DD3"/>
                </a:solidFill>
                <a:latin typeface="Arial"/>
                <a:ea typeface="Arial"/>
                <a:cs typeface="Arial"/>
              </a:defRPr>
            </a:lvl9pPr>
          </a:lstStyle>
          <a:p xmlns:a="http://schemas.openxmlformats.org/drawingml/2006/main">
            <a:pPr algn="l">
              <a:buNone/>
              <a:defRPr sz="1350" b="1">
                <a:solidFill>
                  <a:srgbClr val="6D5DD3"/>
                </a:solidFill>
                <a:latin typeface="Arial"/>
                <a:ea typeface="Arial"/>
                <a:cs typeface="Arial"/>
              </a:defRPr>
            </a:pPr>
            <a:r>
              <a:rPr sz="1350" b="1">
                <a:solidFill>
                  <a:srgbClr val="6D5DD3"/>
                </a:solidFill>
                <a:latin typeface="Arial"/>
                <a:ea typeface="Arial"/>
                <a:cs typeface="Arial"/>
              </a:rPr>
              <a:t>Validation and city test</a:t>
            </a:r>
          </a:p>
        </p:txBody>
      </p:sp>
      <p:sp>
        <p:nvSpPr>
          <p:cNvPr id="11" name="">
            <a:extLst xmlns:a="http://schemas.openxmlformats.org/drawingml/2006/main">
              <a:ext uri="{FF2B5EF4-FFF2-40B4-BE49-F238E27FC236}">
                <a16:creationId xmlns:a16="http://schemas.microsoft.com/office/drawing/2014/main" id="{4D2741A6-1116-4D00-A049-DD7231AF0416}"/>
              </a:ext>
            </a:extLst>
          </p:cNvPr>
          <p:cNvSpPr>
            <a:spLocks xmlns:a="http://schemas.openxmlformats.org/drawingml/2006/main" noGrp="1"/>
          </p:cNvSpPr>
          <p:nvPr/>
        </p:nvSpPr>
        <p:spPr>
          <a:xfrm xmlns:a="http://schemas.openxmlformats.org/drawingml/2006/main">
            <a:off x="8953500" y="2133600"/>
            <a:ext cx="26479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buNone/>
              <a:defRPr sz="1650">
                <a:solidFill>
                  <a:srgbClr val="F3F6F2"/>
                </a:solidFill>
                <a:latin typeface="Arial"/>
                <a:ea typeface="Arial"/>
                <a:cs typeface="Arial"/>
              </a:defRPr>
            </a:lvl1pPr>
            <a:lvl2pPr algn="l">
              <a:buNone/>
              <a:defRPr sz="1650">
                <a:solidFill>
                  <a:srgbClr val="F3F6F2"/>
                </a:solidFill>
                <a:latin typeface="Arial"/>
                <a:ea typeface="Arial"/>
                <a:cs typeface="Arial"/>
              </a:defRPr>
            </a:lvl2pPr>
            <a:lvl3pPr algn="l">
              <a:buNone/>
              <a:defRPr sz="1650">
                <a:solidFill>
                  <a:srgbClr val="F3F6F2"/>
                </a:solidFill>
                <a:latin typeface="Arial"/>
                <a:ea typeface="Arial"/>
                <a:cs typeface="Arial"/>
              </a:defRPr>
            </a:lvl3pPr>
            <a:lvl4pPr algn="l">
              <a:buNone/>
              <a:defRPr sz="1650">
                <a:solidFill>
                  <a:srgbClr val="F3F6F2"/>
                </a:solidFill>
                <a:latin typeface="Arial"/>
                <a:ea typeface="Arial"/>
                <a:cs typeface="Arial"/>
              </a:defRPr>
            </a:lvl4pPr>
            <a:lvl5pPr algn="l">
              <a:buNone/>
              <a:defRPr sz="1650">
                <a:solidFill>
                  <a:srgbClr val="F3F6F2"/>
                </a:solidFill>
                <a:latin typeface="Arial"/>
                <a:ea typeface="Arial"/>
                <a:cs typeface="Arial"/>
              </a:defRPr>
            </a:lvl5pPr>
            <a:lvl6pPr algn="l">
              <a:buNone/>
              <a:defRPr sz="1650">
                <a:solidFill>
                  <a:srgbClr val="F3F6F2"/>
                </a:solidFill>
                <a:latin typeface="Arial"/>
                <a:ea typeface="Arial"/>
                <a:cs typeface="Arial"/>
              </a:defRPr>
            </a:lvl6pPr>
            <a:lvl7pPr algn="l">
              <a:buNone/>
              <a:defRPr sz="1650">
                <a:solidFill>
                  <a:srgbClr val="F3F6F2"/>
                </a:solidFill>
                <a:latin typeface="Arial"/>
                <a:ea typeface="Arial"/>
                <a:cs typeface="Arial"/>
              </a:defRPr>
            </a:lvl7pPr>
            <a:lvl8pPr algn="l">
              <a:buNone/>
              <a:defRPr sz="1650">
                <a:solidFill>
                  <a:srgbClr val="F3F6F2"/>
                </a:solidFill>
                <a:latin typeface="Arial"/>
                <a:ea typeface="Arial"/>
                <a:cs typeface="Arial"/>
              </a:defRPr>
            </a:lvl8pPr>
            <a:lvl9pPr algn="l">
              <a:buNone/>
              <a:defRPr sz="1650">
                <a:solidFill>
                  <a:srgbClr val="F3F6F2"/>
                </a:solidFill>
                <a:latin typeface="Arial"/>
                <a:ea typeface="Arial"/>
                <a:cs typeface="Arial"/>
              </a:defRPr>
            </a:lvl9pPr>
          </a:lstStyle>
          <a:p xmlns:a="http://schemas.openxmlformats.org/drawingml/2006/main">
            <a:pPr algn="l">
              <a:buNone/>
              <a:defRPr sz="1350">
                <a:solidFill>
                  <a:srgbClr val="F3F6F2"/>
                </a:solidFill>
                <a:latin typeface="Arial"/>
                <a:ea typeface="Arial"/>
                <a:cs typeface="Arial"/>
              </a:defRPr>
            </a:pPr>
            <a:r>
              <a:rPr sz="1350">
                <a:solidFill>
                  <a:srgbClr val="F3F6F2"/>
                </a:solidFill>
                <a:latin typeface="Arial"/>
                <a:ea typeface="Arial"/>
                <a:cs typeface="Arial"/>
              </a:rPr>
              <a:t>Team member focused on checking the evidence, limits and practical use of the project.</a:t>
            </a:r>
          </a:p>
        </p:txBody>
      </p:sp>
      <p:pic>
        <p:nvPicPr>
          <p:cNvPr id="13" name="">
            <a:extLst xmlns:a="http://schemas.openxmlformats.org/drawingml/2006/main">
              <a:ext uri="{FF2B5EF4-FFF2-40B4-BE49-F238E27FC236}">
                <a16:creationId xmlns:a16="http://schemas.microsoft.com/office/drawing/2014/main" id="{01480491-60AB-4C9D-8752-5F683EC033F0}"/>
              </a:ext>
            </a:extLst>
          </p:cNvPr>
          <p:cNvPicPr>
            <a:picLocks xmlns:a="http://schemas.openxmlformats.org/drawingml/2006/main" noChangeAspect="1"/>
          </p:cNvPicPr>
          <p:nvPr/>
        </p:nvPicPr>
        <p:blipFill>
          <a:blip xmlns:r="http://schemas.openxmlformats.org/officeDocument/2006/relationships" xmlns:a="http://schemas.openxmlformats.org/drawingml/2006/main" r:embed="Rf551fdd952c146d6"/>
          <a:srcRect xmlns:a="http://schemas.openxmlformats.org/drawingml/2006/main" l="0" t="0" r="0" b="0"/>
          <a:stretch xmlns:a="http://schemas.openxmlformats.org/drawingml/2006/main"/>
        </p:blipFill>
        <p:spPr>
          <a:xfrm xmlns:a="http://schemas.openxmlformats.org/drawingml/2006/main">
            <a:off x="628650" y="1562100"/>
            <a:ext cx="2095500" cy="3238500"/>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769AE8E8-FCEB-43A9-8FCC-3DD80AC5FA66}"/>
              </a:ext>
            </a:extLst>
          </p:cNvPr>
          <p:cNvPicPr>
            <a:picLocks xmlns:a="http://schemas.openxmlformats.org/drawingml/2006/main" noChangeAspect="1"/>
          </p:cNvPicPr>
          <p:nvPr/>
        </p:nvPicPr>
        <p:blipFill>
          <a:blip xmlns:r="http://schemas.openxmlformats.org/officeDocument/2006/relationships" xmlns:a="http://schemas.openxmlformats.org/drawingml/2006/main" r:embed="R93420605902b4401"/>
          <a:srcRect xmlns:a="http://schemas.openxmlformats.org/drawingml/2006/main" l="0" t="0" r="0" b="0"/>
          <a:stretch xmlns:a="http://schemas.openxmlformats.org/drawingml/2006/main"/>
        </p:blipFill>
        <p:spPr>
          <a:xfrm xmlns:a="http://schemas.openxmlformats.org/drawingml/2006/main">
            <a:off x="6296025" y="1562100"/>
            <a:ext cx="2428875" cy="3238500"/>
          </a:xfrm>
          <a:prstGeom xmlns:a="http://schemas.openxmlformats.org/drawingml/2006/main" prst="rect">
            <a:avLst/>
          </a:prstGeom>
        </p:spPr>
      </p:pic>
      <p:sp>
        <p:nvSpPr>
          <p:cNvPr id="15" name="Yusuf project role detail">
            <a:extLst xmlns:a="http://schemas.openxmlformats.org/drawingml/2006/main">
              <a:ext uri="{FF2B5EF4-FFF2-40B4-BE49-F238E27FC236}">
                <a16:creationId xmlns:a16="http://schemas.microsoft.com/office/drawing/2014/main" id="{EFAA5213-F085-406B-9903-50A16D27B989}"/>
              </a:ext>
            </a:extLst>
          </p:cNvPr>
          <p:cNvSpPr>
            <a:spLocks xmlns:a="http://schemas.openxmlformats.org/drawingml/2006/main" noGrp="1"/>
          </p:cNvSpPr>
          <p:nvPr/>
        </p:nvSpPr>
        <p:spPr>
          <a:xfrm xmlns:a="http://schemas.openxmlformats.org/drawingml/2006/main">
            <a:off x="2952750" y="3667125"/>
            <a:ext cx="2781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a:solidFill>
                  <a:srgbClr val="F3F6F2"/>
                </a:solidFill>
                <a:latin typeface="Arial"/>
                <a:ea typeface="Arial"/>
                <a:cs typeface="Arial"/>
              </a:defRPr>
            </a:defPPr>
            <a:lvl1pPr algn="l">
              <a:defRPr sz="1350">
                <a:solidFill>
                  <a:srgbClr val="F3F6F2"/>
                </a:solidFill>
                <a:latin typeface="Arial"/>
                <a:ea typeface="Arial"/>
                <a:cs typeface="Arial"/>
              </a:defRPr>
            </a:lvl1pPr>
            <a:lvl2pPr algn="l">
              <a:defRPr sz="1350">
                <a:solidFill>
                  <a:srgbClr val="F3F6F2"/>
                </a:solidFill>
                <a:latin typeface="Arial"/>
                <a:ea typeface="Arial"/>
                <a:cs typeface="Arial"/>
              </a:defRPr>
            </a:lvl2pPr>
            <a:lvl3pPr algn="l">
              <a:defRPr sz="1350">
                <a:solidFill>
                  <a:srgbClr val="F3F6F2"/>
                </a:solidFill>
                <a:latin typeface="Arial"/>
                <a:ea typeface="Arial"/>
                <a:cs typeface="Arial"/>
              </a:defRPr>
            </a:lvl3pPr>
            <a:lvl4pPr algn="l">
              <a:defRPr sz="1350">
                <a:solidFill>
                  <a:srgbClr val="F3F6F2"/>
                </a:solidFill>
                <a:latin typeface="Arial"/>
                <a:ea typeface="Arial"/>
                <a:cs typeface="Arial"/>
              </a:defRPr>
            </a:lvl4pPr>
            <a:lvl5pPr algn="l">
              <a:defRPr sz="1350">
                <a:solidFill>
                  <a:srgbClr val="F3F6F2"/>
                </a:solidFill>
                <a:latin typeface="Arial"/>
                <a:ea typeface="Arial"/>
                <a:cs typeface="Arial"/>
              </a:defRPr>
            </a:lvl5pPr>
            <a:lvl6pPr algn="l">
              <a:defRPr sz="1350">
                <a:solidFill>
                  <a:srgbClr val="F3F6F2"/>
                </a:solidFill>
                <a:latin typeface="Arial"/>
                <a:ea typeface="Arial"/>
                <a:cs typeface="Arial"/>
              </a:defRPr>
            </a:lvl6pPr>
            <a:lvl7pPr algn="l">
              <a:defRPr sz="1350">
                <a:solidFill>
                  <a:srgbClr val="F3F6F2"/>
                </a:solidFill>
                <a:latin typeface="Arial"/>
                <a:ea typeface="Arial"/>
                <a:cs typeface="Arial"/>
              </a:defRPr>
            </a:lvl7pPr>
            <a:lvl8pPr algn="l">
              <a:defRPr sz="1350">
                <a:solidFill>
                  <a:srgbClr val="F3F6F2"/>
                </a:solidFill>
                <a:latin typeface="Arial"/>
                <a:ea typeface="Arial"/>
                <a:cs typeface="Arial"/>
              </a:defRPr>
            </a:lvl8pPr>
            <a:lvl9pPr algn="l">
              <a:defRPr sz="1350">
                <a:solidFill>
                  <a:srgbClr val="F3F6F2"/>
                </a:solidFill>
                <a:latin typeface="Arial"/>
                <a:ea typeface="Arial"/>
                <a:cs typeface="Arial"/>
              </a:defRPr>
            </a:lvl9pPr>
          </a:lstStyle>
          <a:p xmlns:a="http://schemas.openxmlformats.org/drawingml/2006/main">
            <a:pPr algn="l">
              <a:defRPr sz="1350">
                <a:solidFill>
                  <a:srgbClr val="F3F6F2"/>
                </a:solidFill>
                <a:latin typeface="Arial"/>
                <a:ea typeface="Arial"/>
                <a:cs typeface="Arial"/>
              </a:defRPr>
            </a:pPr>
            <a:r>
              <a:rPr sz="1350">
                <a:solidFill>
                  <a:srgbClr val="F3F6F2"/>
                </a:solidFill>
                <a:latin typeface="Arial"/>
                <a:ea typeface="Arial"/>
                <a:cs typeface="Arial"/>
              </a:rPr>
              <a:t>Explains the problem, data and result. Runs the live demonstration.</a:t>
            </a:r>
          </a:p>
        </p:txBody>
      </p:sp>
      <p:sp>
        <p:nvSpPr>
          <p:cNvPr id="16" name="Raed project role detail">
            <a:extLst xmlns:a="http://schemas.openxmlformats.org/drawingml/2006/main">
              <a:ext uri="{FF2B5EF4-FFF2-40B4-BE49-F238E27FC236}">
                <a16:creationId xmlns:a16="http://schemas.microsoft.com/office/drawing/2014/main" id="{32A9EB93-9130-4333-AF92-2ADB3A85FBEE}"/>
              </a:ext>
            </a:extLst>
          </p:cNvPr>
          <p:cNvSpPr>
            <a:spLocks xmlns:a="http://schemas.openxmlformats.org/drawingml/2006/main" noGrp="1"/>
          </p:cNvSpPr>
          <p:nvPr/>
        </p:nvSpPr>
        <p:spPr>
          <a:xfrm xmlns:a="http://schemas.openxmlformats.org/drawingml/2006/main">
            <a:off x="8953500" y="3667125"/>
            <a:ext cx="26479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a:solidFill>
                  <a:srgbClr val="F3F6F2"/>
                </a:solidFill>
                <a:latin typeface="Arial"/>
                <a:ea typeface="Arial"/>
                <a:cs typeface="Arial"/>
              </a:defRPr>
            </a:defPPr>
            <a:lvl1pPr algn="l">
              <a:defRPr sz="1350">
                <a:solidFill>
                  <a:srgbClr val="F3F6F2"/>
                </a:solidFill>
                <a:latin typeface="Arial"/>
                <a:ea typeface="Arial"/>
                <a:cs typeface="Arial"/>
              </a:defRPr>
            </a:lvl1pPr>
            <a:lvl2pPr algn="l">
              <a:defRPr sz="1350">
                <a:solidFill>
                  <a:srgbClr val="F3F6F2"/>
                </a:solidFill>
                <a:latin typeface="Arial"/>
                <a:ea typeface="Arial"/>
                <a:cs typeface="Arial"/>
              </a:defRPr>
            </a:lvl2pPr>
            <a:lvl3pPr algn="l">
              <a:defRPr sz="1350">
                <a:solidFill>
                  <a:srgbClr val="F3F6F2"/>
                </a:solidFill>
                <a:latin typeface="Arial"/>
                <a:ea typeface="Arial"/>
                <a:cs typeface="Arial"/>
              </a:defRPr>
            </a:lvl3pPr>
            <a:lvl4pPr algn="l">
              <a:defRPr sz="1350">
                <a:solidFill>
                  <a:srgbClr val="F3F6F2"/>
                </a:solidFill>
                <a:latin typeface="Arial"/>
                <a:ea typeface="Arial"/>
                <a:cs typeface="Arial"/>
              </a:defRPr>
            </a:lvl4pPr>
            <a:lvl5pPr algn="l">
              <a:defRPr sz="1350">
                <a:solidFill>
                  <a:srgbClr val="F3F6F2"/>
                </a:solidFill>
                <a:latin typeface="Arial"/>
                <a:ea typeface="Arial"/>
                <a:cs typeface="Arial"/>
              </a:defRPr>
            </a:lvl5pPr>
            <a:lvl6pPr algn="l">
              <a:defRPr sz="1350">
                <a:solidFill>
                  <a:srgbClr val="F3F6F2"/>
                </a:solidFill>
                <a:latin typeface="Arial"/>
                <a:ea typeface="Arial"/>
                <a:cs typeface="Arial"/>
              </a:defRPr>
            </a:lvl6pPr>
            <a:lvl7pPr algn="l">
              <a:defRPr sz="1350">
                <a:solidFill>
                  <a:srgbClr val="F3F6F2"/>
                </a:solidFill>
                <a:latin typeface="Arial"/>
                <a:ea typeface="Arial"/>
                <a:cs typeface="Arial"/>
              </a:defRPr>
            </a:lvl7pPr>
            <a:lvl8pPr algn="l">
              <a:defRPr sz="1350">
                <a:solidFill>
                  <a:srgbClr val="F3F6F2"/>
                </a:solidFill>
                <a:latin typeface="Arial"/>
                <a:ea typeface="Arial"/>
                <a:cs typeface="Arial"/>
              </a:defRPr>
            </a:lvl8pPr>
            <a:lvl9pPr algn="l">
              <a:defRPr sz="1350">
                <a:solidFill>
                  <a:srgbClr val="F3F6F2"/>
                </a:solidFill>
                <a:latin typeface="Arial"/>
                <a:ea typeface="Arial"/>
                <a:cs typeface="Arial"/>
              </a:defRPr>
            </a:lvl9pPr>
          </a:lstStyle>
          <a:p xmlns:a="http://schemas.openxmlformats.org/drawingml/2006/main">
            <a:pPr algn="l">
              <a:defRPr sz="1350">
                <a:solidFill>
                  <a:srgbClr val="F3F6F2"/>
                </a:solidFill>
                <a:latin typeface="Arial"/>
                <a:ea typeface="Arial"/>
                <a:cs typeface="Arial"/>
              </a:defRPr>
            </a:pPr>
            <a:r>
              <a:rPr sz="1350">
                <a:solidFill>
                  <a:srgbClr val="F3F6F2"/>
                </a:solidFill>
                <a:latin typeface="Arial"/>
                <a:ea typeface="Arial"/>
                <a:cs typeface="Arial"/>
              </a:rPr>
              <a:t>Explains the validation results and how planners could test the idea.</a:t>
            </a:r>
          </a:p>
        </p:txBody>
      </p:sp>
    </p:spTree>
    <p:extLst>
      <p:ext uri="{BB962C8B-B14F-4D97-AF65-F5344CB8AC3E}">
        <p14:creationId xmlns:p14="http://schemas.microsoft.com/office/powerpoint/2010/main" val="1267529942"/>
      </p:ext>
    </p:extLst>
  </p:cSld>
</p:sld>
</file>

<file path=ppt/slides/slide3.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6417949-2C3A-4A32-8FFC-CEB33A5B40E1}"/>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PROBLEM AND ANSWER</a:t>
            </a:r>
          </a:p>
        </p:txBody>
      </p:sp>
      <p:sp>
        <p:nvSpPr>
          <p:cNvPr id="2" name="">
            <a:extLst xmlns:a="http://schemas.openxmlformats.org/drawingml/2006/main">
              <a:ext uri="{FF2B5EF4-FFF2-40B4-BE49-F238E27FC236}">
                <a16:creationId xmlns:a16="http://schemas.microsoft.com/office/drawing/2014/main" id="{01C6B8B0-8C87-487D-A3BA-B615E42DDDD9}"/>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The problem and our answer</a:t>
            </a:r>
          </a:p>
        </p:txBody>
      </p:sp>
      <p:sp>
        <p:nvSpPr>
          <p:cNvPr id="3" name="">
            <a:extLst xmlns:a="http://schemas.openxmlformats.org/drawingml/2006/main">
              <a:ext uri="{FF2B5EF4-FFF2-40B4-BE49-F238E27FC236}">
                <a16:creationId xmlns:a16="http://schemas.microsoft.com/office/drawing/2014/main" id="{BBE6BBFF-9730-4A01-AFC5-04C4272954C1}"/>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8A095067-093E-4F26-BC19-0975BE934DED}"/>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EA285DC4-CDB0-4971-B10E-6FC6D45E0605}"/>
              </a:ext>
            </a:extLst>
          </p:cNvPr>
          <p:cNvSpPr>
            <a:spLocks xmlns:a="http://schemas.openxmlformats.org/drawingml/2006/main" noGrp="1"/>
          </p:cNvSpPr>
          <p:nvPr/>
        </p:nvSpPr>
        <p:spPr>
          <a:xfrm xmlns:a="http://schemas.openxmlformats.org/drawingml/2006/main">
            <a:off x="5905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B03048FD-EAAA-484E-AE58-64D3DFEF6370}"/>
              </a:ext>
            </a:extLst>
          </p:cNvPr>
          <p:cNvSpPr>
            <a:spLocks xmlns:a="http://schemas.openxmlformats.org/drawingml/2006/main" noGrp="1"/>
          </p:cNvSpPr>
          <p:nvPr/>
        </p:nvSpPr>
        <p:spPr>
          <a:xfrm xmlns:a="http://schemas.openxmlformats.org/drawingml/2006/main">
            <a:off x="7620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F06449"/>
                </a:solidFill>
                <a:latin typeface="Arial"/>
                <a:ea typeface="Arial"/>
                <a:cs typeface="Arial"/>
              </a:defRPr>
            </a:defPPr>
            <a:lvl1pPr algn="l">
              <a:buNone/>
              <a:defRPr sz="2550" b="1">
                <a:solidFill>
                  <a:srgbClr val="F06449"/>
                </a:solidFill>
                <a:latin typeface="Arial"/>
                <a:ea typeface="Arial"/>
                <a:cs typeface="Arial"/>
              </a:defRPr>
            </a:lvl1pPr>
            <a:lvl2pPr algn="l">
              <a:buNone/>
              <a:defRPr sz="2550" b="1">
                <a:solidFill>
                  <a:srgbClr val="F06449"/>
                </a:solidFill>
                <a:latin typeface="Arial"/>
                <a:ea typeface="Arial"/>
                <a:cs typeface="Arial"/>
              </a:defRPr>
            </a:lvl2pPr>
            <a:lvl3pPr algn="l">
              <a:buNone/>
              <a:defRPr sz="2550" b="1">
                <a:solidFill>
                  <a:srgbClr val="F06449"/>
                </a:solidFill>
                <a:latin typeface="Arial"/>
                <a:ea typeface="Arial"/>
                <a:cs typeface="Arial"/>
              </a:defRPr>
            </a:lvl3pPr>
            <a:lvl4pPr algn="l">
              <a:buNone/>
              <a:defRPr sz="2550" b="1">
                <a:solidFill>
                  <a:srgbClr val="F06449"/>
                </a:solidFill>
                <a:latin typeface="Arial"/>
                <a:ea typeface="Arial"/>
                <a:cs typeface="Arial"/>
              </a:defRPr>
            </a:lvl4pPr>
            <a:lvl5pPr algn="l">
              <a:buNone/>
              <a:defRPr sz="2550" b="1">
                <a:solidFill>
                  <a:srgbClr val="F06449"/>
                </a:solidFill>
                <a:latin typeface="Arial"/>
                <a:ea typeface="Arial"/>
                <a:cs typeface="Arial"/>
              </a:defRPr>
            </a:lvl5pPr>
            <a:lvl6pPr algn="l">
              <a:buNone/>
              <a:defRPr sz="2550" b="1">
                <a:solidFill>
                  <a:srgbClr val="F06449"/>
                </a:solidFill>
                <a:latin typeface="Arial"/>
                <a:ea typeface="Arial"/>
                <a:cs typeface="Arial"/>
              </a:defRPr>
            </a:lvl6pPr>
            <a:lvl7pPr algn="l">
              <a:buNone/>
              <a:defRPr sz="2550" b="1">
                <a:solidFill>
                  <a:srgbClr val="F06449"/>
                </a:solidFill>
                <a:latin typeface="Arial"/>
                <a:ea typeface="Arial"/>
                <a:cs typeface="Arial"/>
              </a:defRPr>
            </a:lvl7pPr>
            <a:lvl8pPr algn="l">
              <a:buNone/>
              <a:defRPr sz="2550" b="1">
                <a:solidFill>
                  <a:srgbClr val="F06449"/>
                </a:solidFill>
                <a:latin typeface="Arial"/>
                <a:ea typeface="Arial"/>
                <a:cs typeface="Arial"/>
              </a:defRPr>
            </a:lvl8pPr>
            <a:lvl9pPr algn="l">
              <a:buNone/>
              <a:defRPr sz="2550" b="1">
                <a:solidFill>
                  <a:srgbClr val="F06449"/>
                </a:solidFill>
                <a:latin typeface="Arial"/>
                <a:ea typeface="Arial"/>
                <a:cs typeface="Arial"/>
              </a:defRPr>
            </a:lvl9pPr>
          </a:lstStyle>
          <a:p xmlns:a="http://schemas.openxmlformats.org/drawingml/2006/main">
            <a:pPr algn="l">
              <a:buNone/>
              <a:defRPr sz="2550" b="1">
                <a:solidFill>
                  <a:srgbClr val="F06449"/>
                </a:solidFill>
                <a:latin typeface="Arial"/>
                <a:ea typeface="Arial"/>
                <a:cs typeface="Arial"/>
              </a:defRPr>
            </a:pPr>
            <a:r>
              <a:rPr sz="2550" b="1">
                <a:solidFill>
                  <a:srgbClr val="F06449"/>
                </a:solidFill>
                <a:latin typeface="Arial"/>
                <a:ea typeface="Arial"/>
                <a:cs typeface="Arial"/>
              </a:rPr>
              <a:t>168.3 km²</a:t>
            </a:r>
          </a:p>
        </p:txBody>
      </p:sp>
      <p:sp>
        <p:nvSpPr>
          <p:cNvPr id="7" name="">
            <a:extLst xmlns:a="http://schemas.openxmlformats.org/drawingml/2006/main">
              <a:ext uri="{FF2B5EF4-FFF2-40B4-BE49-F238E27FC236}">
                <a16:creationId xmlns:a16="http://schemas.microsoft.com/office/drawing/2014/main" id="{1A7FA4CF-B5D6-4EA6-8C36-5D6942D012AD}"/>
              </a:ext>
            </a:extLst>
          </p:cNvPr>
          <p:cNvSpPr>
            <a:spLocks xmlns:a="http://schemas.openxmlformats.org/drawingml/2006/main" noGrp="1"/>
          </p:cNvSpPr>
          <p:nvPr/>
        </p:nvSpPr>
        <p:spPr>
          <a:xfrm xmlns:a="http://schemas.openxmlformats.org/drawingml/2006/main">
            <a:off x="7620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AREA WE STUDIED</a:t>
            </a:r>
          </a:p>
        </p:txBody>
      </p:sp>
      <p:sp>
        <p:nvSpPr>
          <p:cNvPr id="8" name="">
            <a:extLst xmlns:a="http://schemas.openxmlformats.org/drawingml/2006/main">
              <a:ext uri="{FF2B5EF4-FFF2-40B4-BE49-F238E27FC236}">
                <a16:creationId xmlns:a16="http://schemas.microsoft.com/office/drawing/2014/main" id="{371A335C-D70F-416C-8413-7BCC005014B0}"/>
              </a:ext>
            </a:extLst>
          </p:cNvPr>
          <p:cNvSpPr>
            <a:spLocks xmlns:a="http://schemas.openxmlformats.org/drawingml/2006/main" noGrp="1"/>
          </p:cNvSpPr>
          <p:nvPr/>
        </p:nvSpPr>
        <p:spPr>
          <a:xfrm xmlns:a="http://schemas.openxmlformats.org/drawingml/2006/main">
            <a:off x="32194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9" name="">
            <a:extLst xmlns:a="http://schemas.openxmlformats.org/drawingml/2006/main">
              <a:ext uri="{FF2B5EF4-FFF2-40B4-BE49-F238E27FC236}">
                <a16:creationId xmlns:a16="http://schemas.microsoft.com/office/drawing/2014/main" id="{76F6CC25-C8E7-4E5D-8E91-62B512C5E166}"/>
              </a:ext>
            </a:extLst>
          </p:cNvPr>
          <p:cNvSpPr>
            <a:spLocks xmlns:a="http://schemas.openxmlformats.org/drawingml/2006/main" noGrp="1"/>
          </p:cNvSpPr>
          <p:nvPr/>
        </p:nvSpPr>
        <p:spPr>
          <a:xfrm xmlns:a="http://schemas.openxmlformats.org/drawingml/2006/main">
            <a:off x="33909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vl1pPr algn="l">
              <a:buNone/>
              <a:defRPr sz="2550" b="1">
                <a:solidFill>
                  <a:srgbClr val="E2AD2B"/>
                </a:solidFill>
                <a:latin typeface="Arial"/>
                <a:ea typeface="Arial"/>
                <a:cs typeface="Arial"/>
              </a:defRPr>
            </a:lvl1pPr>
            <a:lvl2pPr algn="l">
              <a:buNone/>
              <a:defRPr sz="2550" b="1">
                <a:solidFill>
                  <a:srgbClr val="E2AD2B"/>
                </a:solidFill>
                <a:latin typeface="Arial"/>
                <a:ea typeface="Arial"/>
                <a:cs typeface="Arial"/>
              </a:defRPr>
            </a:lvl2pPr>
            <a:lvl3pPr algn="l">
              <a:buNone/>
              <a:defRPr sz="2550" b="1">
                <a:solidFill>
                  <a:srgbClr val="E2AD2B"/>
                </a:solidFill>
                <a:latin typeface="Arial"/>
                <a:ea typeface="Arial"/>
                <a:cs typeface="Arial"/>
              </a:defRPr>
            </a:lvl3pPr>
            <a:lvl4pPr algn="l">
              <a:buNone/>
              <a:defRPr sz="2550" b="1">
                <a:solidFill>
                  <a:srgbClr val="E2AD2B"/>
                </a:solidFill>
                <a:latin typeface="Arial"/>
                <a:ea typeface="Arial"/>
                <a:cs typeface="Arial"/>
              </a:defRPr>
            </a:lvl4pPr>
            <a:lvl5pPr algn="l">
              <a:buNone/>
              <a:defRPr sz="2550" b="1">
                <a:solidFill>
                  <a:srgbClr val="E2AD2B"/>
                </a:solidFill>
                <a:latin typeface="Arial"/>
                <a:ea typeface="Arial"/>
                <a:cs typeface="Arial"/>
              </a:defRPr>
            </a:lvl5pPr>
            <a:lvl6pPr algn="l">
              <a:buNone/>
              <a:defRPr sz="2550" b="1">
                <a:solidFill>
                  <a:srgbClr val="E2AD2B"/>
                </a:solidFill>
                <a:latin typeface="Arial"/>
                <a:ea typeface="Arial"/>
                <a:cs typeface="Arial"/>
              </a:defRPr>
            </a:lvl6pPr>
            <a:lvl7pPr algn="l">
              <a:buNone/>
              <a:defRPr sz="2550" b="1">
                <a:solidFill>
                  <a:srgbClr val="E2AD2B"/>
                </a:solidFill>
                <a:latin typeface="Arial"/>
                <a:ea typeface="Arial"/>
                <a:cs typeface="Arial"/>
              </a:defRPr>
            </a:lvl7pPr>
            <a:lvl8pPr algn="l">
              <a:buNone/>
              <a:defRPr sz="2550" b="1">
                <a:solidFill>
                  <a:srgbClr val="E2AD2B"/>
                </a:solidFill>
                <a:latin typeface="Arial"/>
                <a:ea typeface="Arial"/>
                <a:cs typeface="Arial"/>
              </a:defRPr>
            </a:lvl8pPr>
            <a:lvl9pPr algn="l">
              <a:buNone/>
              <a:defRPr sz="2550" b="1">
                <a:solidFill>
                  <a:srgbClr val="E2AD2B"/>
                </a:solidFill>
                <a:latin typeface="Arial"/>
                <a:ea typeface="Arial"/>
                <a:cs typeface="Arial"/>
              </a:defRPr>
            </a:lvl9pPr>
          </a:lstStyle>
          <a:p xmlns:a="http://schemas.openxmlformats.org/drawingml/2006/main">
            <a:pPr algn="l">
              <a:buNone/>
              <a:defRPr sz="2550" b="1">
                <a:solidFill>
                  <a:srgbClr val="E2AD2B"/>
                </a:solidFill>
                <a:latin typeface="Arial"/>
                <a:ea typeface="Arial"/>
                <a:cs typeface="Arial"/>
              </a:defRPr>
            </a:pPr>
            <a:r>
              <a:rPr sz="2550" b="1">
                <a:solidFill>
                  <a:srgbClr val="E2AD2B"/>
                </a:solidFill>
                <a:latin typeface="Arial"/>
                <a:ea typeface="Arial"/>
                <a:cs typeface="Arial"/>
              </a:rPr>
              <a:t>1 km</a:t>
            </a:r>
          </a:p>
        </p:txBody>
      </p:sp>
      <p:sp>
        <p:nvSpPr>
          <p:cNvPr id="10" name="">
            <a:extLst xmlns:a="http://schemas.openxmlformats.org/drawingml/2006/main">
              <a:ext uri="{FF2B5EF4-FFF2-40B4-BE49-F238E27FC236}">
                <a16:creationId xmlns:a16="http://schemas.microsoft.com/office/drawing/2014/main" id="{16A64CB7-1ED7-4426-80C2-0125644C62DB}"/>
              </a:ext>
            </a:extLst>
          </p:cNvPr>
          <p:cNvSpPr>
            <a:spLocks xmlns:a="http://schemas.openxmlformats.org/drawingml/2006/main" noGrp="1"/>
          </p:cNvSpPr>
          <p:nvPr/>
        </p:nvSpPr>
        <p:spPr>
          <a:xfrm xmlns:a="http://schemas.openxmlformats.org/drawingml/2006/main">
            <a:off x="33909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SIZE OF EACH CELL</a:t>
            </a:r>
          </a:p>
        </p:txBody>
      </p:sp>
      <p:sp>
        <p:nvSpPr>
          <p:cNvPr id="11" name="">
            <a:extLst xmlns:a="http://schemas.openxmlformats.org/drawingml/2006/main">
              <a:ext uri="{FF2B5EF4-FFF2-40B4-BE49-F238E27FC236}">
                <a16:creationId xmlns:a16="http://schemas.microsoft.com/office/drawing/2014/main" id="{CD3E5A9C-32F4-4428-9BBE-2A87595F6BCB}"/>
              </a:ext>
            </a:extLst>
          </p:cNvPr>
          <p:cNvSpPr>
            <a:spLocks xmlns:a="http://schemas.openxmlformats.org/drawingml/2006/main" noGrp="1"/>
          </p:cNvSpPr>
          <p:nvPr/>
        </p:nvSpPr>
        <p:spPr>
          <a:xfrm xmlns:a="http://schemas.openxmlformats.org/drawingml/2006/main">
            <a:off x="58483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2" name="">
            <a:extLst xmlns:a="http://schemas.openxmlformats.org/drawingml/2006/main">
              <a:ext uri="{FF2B5EF4-FFF2-40B4-BE49-F238E27FC236}">
                <a16:creationId xmlns:a16="http://schemas.microsoft.com/office/drawing/2014/main" id="{8C8513FE-73BB-49A0-9C84-D97CB817F6DE}"/>
              </a:ext>
            </a:extLst>
          </p:cNvPr>
          <p:cNvSpPr>
            <a:spLocks xmlns:a="http://schemas.openxmlformats.org/drawingml/2006/main" noGrp="1"/>
          </p:cNvSpPr>
          <p:nvPr/>
        </p:nvSpPr>
        <p:spPr>
          <a:xfrm xmlns:a="http://schemas.openxmlformats.org/drawingml/2006/main">
            <a:off x="60198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vl1pPr algn="l">
              <a:buNone/>
              <a:defRPr sz="2550" b="1">
                <a:solidFill>
                  <a:srgbClr val="1AA58F"/>
                </a:solidFill>
                <a:latin typeface="Arial"/>
                <a:ea typeface="Arial"/>
                <a:cs typeface="Arial"/>
              </a:defRPr>
            </a:lvl1pPr>
            <a:lvl2pPr algn="l">
              <a:buNone/>
              <a:defRPr sz="2550" b="1">
                <a:solidFill>
                  <a:srgbClr val="1AA58F"/>
                </a:solidFill>
                <a:latin typeface="Arial"/>
                <a:ea typeface="Arial"/>
                <a:cs typeface="Arial"/>
              </a:defRPr>
            </a:lvl2pPr>
            <a:lvl3pPr algn="l">
              <a:buNone/>
              <a:defRPr sz="2550" b="1">
                <a:solidFill>
                  <a:srgbClr val="1AA58F"/>
                </a:solidFill>
                <a:latin typeface="Arial"/>
                <a:ea typeface="Arial"/>
                <a:cs typeface="Arial"/>
              </a:defRPr>
            </a:lvl3pPr>
            <a:lvl4pPr algn="l">
              <a:buNone/>
              <a:defRPr sz="2550" b="1">
                <a:solidFill>
                  <a:srgbClr val="1AA58F"/>
                </a:solidFill>
                <a:latin typeface="Arial"/>
                <a:ea typeface="Arial"/>
                <a:cs typeface="Arial"/>
              </a:defRPr>
            </a:lvl4pPr>
            <a:lvl5pPr algn="l">
              <a:buNone/>
              <a:defRPr sz="2550" b="1">
                <a:solidFill>
                  <a:srgbClr val="1AA58F"/>
                </a:solidFill>
                <a:latin typeface="Arial"/>
                <a:ea typeface="Arial"/>
                <a:cs typeface="Arial"/>
              </a:defRPr>
            </a:lvl5pPr>
            <a:lvl6pPr algn="l">
              <a:buNone/>
              <a:defRPr sz="2550" b="1">
                <a:solidFill>
                  <a:srgbClr val="1AA58F"/>
                </a:solidFill>
                <a:latin typeface="Arial"/>
                <a:ea typeface="Arial"/>
                <a:cs typeface="Arial"/>
              </a:defRPr>
            </a:lvl6pPr>
            <a:lvl7pPr algn="l">
              <a:buNone/>
              <a:defRPr sz="2550" b="1">
                <a:solidFill>
                  <a:srgbClr val="1AA58F"/>
                </a:solidFill>
                <a:latin typeface="Arial"/>
                <a:ea typeface="Arial"/>
                <a:cs typeface="Arial"/>
              </a:defRPr>
            </a:lvl7pPr>
            <a:lvl8pPr algn="l">
              <a:buNone/>
              <a:defRPr sz="2550" b="1">
                <a:solidFill>
                  <a:srgbClr val="1AA58F"/>
                </a:solidFill>
                <a:latin typeface="Arial"/>
                <a:ea typeface="Arial"/>
                <a:cs typeface="Arial"/>
              </a:defRPr>
            </a:lvl8pPr>
            <a:lvl9pPr algn="l">
              <a:buNone/>
              <a:defRPr sz="2550" b="1">
                <a:solidFill>
                  <a:srgbClr val="1AA58F"/>
                </a:solidFill>
                <a:latin typeface="Arial"/>
                <a:ea typeface="Arial"/>
                <a:cs typeface="Arial"/>
              </a:defRPr>
            </a:lvl9pPr>
          </a:lstStyle>
          <a:p xmlns:a="http://schemas.openxmlformats.org/drawingml/2006/main">
            <a:pPr algn="l">
              <a:buNone/>
              <a:defRPr sz="2550" b="1">
                <a:solidFill>
                  <a:srgbClr val="1AA58F"/>
                </a:solidFill>
                <a:latin typeface="Arial"/>
                <a:ea typeface="Arial"/>
                <a:cs typeface="Arial"/>
              </a:defRPr>
            </a:pPr>
            <a:r>
              <a:rPr sz="2550" b="1">
                <a:solidFill>
                  <a:srgbClr val="1AA58F"/>
                </a:solidFill>
                <a:latin typeface="Arial"/>
                <a:ea typeface="Arial"/>
                <a:cs typeface="Arial"/>
              </a:rPr>
              <a:t>Planners</a:t>
            </a:r>
          </a:p>
        </p:txBody>
      </p:sp>
      <p:sp>
        <p:nvSpPr>
          <p:cNvPr id="13" name="">
            <a:extLst xmlns:a="http://schemas.openxmlformats.org/drawingml/2006/main">
              <a:ext uri="{FF2B5EF4-FFF2-40B4-BE49-F238E27FC236}">
                <a16:creationId xmlns:a16="http://schemas.microsoft.com/office/drawing/2014/main" id="{EE6FA0F3-51AB-4E2D-ABEC-5FEBC2871B92}"/>
              </a:ext>
            </a:extLst>
          </p:cNvPr>
          <p:cNvSpPr>
            <a:spLocks xmlns:a="http://schemas.openxmlformats.org/drawingml/2006/main" noGrp="1"/>
          </p:cNvSpPr>
          <p:nvPr/>
        </p:nvSpPr>
        <p:spPr>
          <a:xfrm xmlns:a="http://schemas.openxmlformats.org/drawingml/2006/main">
            <a:off x="60198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WHO THIS IS FOR</a:t>
            </a:r>
          </a:p>
        </p:txBody>
      </p:sp>
      <p:sp>
        <p:nvSpPr>
          <p:cNvPr id="14" name="">
            <a:extLst xmlns:a="http://schemas.openxmlformats.org/drawingml/2006/main">
              <a:ext uri="{FF2B5EF4-FFF2-40B4-BE49-F238E27FC236}">
                <a16:creationId xmlns:a16="http://schemas.microsoft.com/office/drawing/2014/main" id="{6F0BECCA-6710-4FF2-B220-545BDB36567F}"/>
              </a:ext>
            </a:extLst>
          </p:cNvPr>
          <p:cNvSpPr>
            <a:spLocks xmlns:a="http://schemas.openxmlformats.org/drawingml/2006/main" noGrp="1"/>
          </p:cNvSpPr>
          <p:nvPr/>
        </p:nvSpPr>
        <p:spPr>
          <a:xfrm xmlns:a="http://schemas.openxmlformats.org/drawingml/2006/main">
            <a:off x="8477250" y="1619250"/>
            <a:ext cx="31242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5" name="">
            <a:extLst xmlns:a="http://schemas.openxmlformats.org/drawingml/2006/main">
              <a:ext uri="{FF2B5EF4-FFF2-40B4-BE49-F238E27FC236}">
                <a16:creationId xmlns:a16="http://schemas.microsoft.com/office/drawing/2014/main" id="{1A1F4A58-5CBC-4C7C-A949-34FDD4834CC2}"/>
              </a:ext>
            </a:extLst>
          </p:cNvPr>
          <p:cNvSpPr>
            <a:spLocks xmlns:a="http://schemas.openxmlformats.org/drawingml/2006/main" noGrp="1"/>
          </p:cNvSpPr>
          <p:nvPr/>
        </p:nvSpPr>
        <p:spPr>
          <a:xfrm xmlns:a="http://schemas.openxmlformats.org/drawingml/2006/main">
            <a:off x="8648700" y="173355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6D5DD3"/>
                </a:solidFill>
                <a:latin typeface="Arial"/>
                <a:ea typeface="Arial"/>
                <a:cs typeface="Arial"/>
              </a:defRPr>
            </a:defPPr>
            <a:lvl1pPr algn="l">
              <a:buNone/>
              <a:defRPr sz="2550" b="1">
                <a:solidFill>
                  <a:srgbClr val="6D5DD3"/>
                </a:solidFill>
                <a:latin typeface="Arial"/>
                <a:ea typeface="Arial"/>
                <a:cs typeface="Arial"/>
              </a:defRPr>
            </a:lvl1pPr>
            <a:lvl2pPr algn="l">
              <a:buNone/>
              <a:defRPr sz="2550" b="1">
                <a:solidFill>
                  <a:srgbClr val="6D5DD3"/>
                </a:solidFill>
                <a:latin typeface="Arial"/>
                <a:ea typeface="Arial"/>
                <a:cs typeface="Arial"/>
              </a:defRPr>
            </a:lvl2pPr>
            <a:lvl3pPr algn="l">
              <a:buNone/>
              <a:defRPr sz="2550" b="1">
                <a:solidFill>
                  <a:srgbClr val="6D5DD3"/>
                </a:solidFill>
                <a:latin typeface="Arial"/>
                <a:ea typeface="Arial"/>
                <a:cs typeface="Arial"/>
              </a:defRPr>
            </a:lvl3pPr>
            <a:lvl4pPr algn="l">
              <a:buNone/>
              <a:defRPr sz="2550" b="1">
                <a:solidFill>
                  <a:srgbClr val="6D5DD3"/>
                </a:solidFill>
                <a:latin typeface="Arial"/>
                <a:ea typeface="Arial"/>
                <a:cs typeface="Arial"/>
              </a:defRPr>
            </a:lvl4pPr>
            <a:lvl5pPr algn="l">
              <a:buNone/>
              <a:defRPr sz="2550" b="1">
                <a:solidFill>
                  <a:srgbClr val="6D5DD3"/>
                </a:solidFill>
                <a:latin typeface="Arial"/>
                <a:ea typeface="Arial"/>
                <a:cs typeface="Arial"/>
              </a:defRPr>
            </a:lvl5pPr>
            <a:lvl6pPr algn="l">
              <a:buNone/>
              <a:defRPr sz="2550" b="1">
                <a:solidFill>
                  <a:srgbClr val="6D5DD3"/>
                </a:solidFill>
                <a:latin typeface="Arial"/>
                <a:ea typeface="Arial"/>
                <a:cs typeface="Arial"/>
              </a:defRPr>
            </a:lvl6pPr>
            <a:lvl7pPr algn="l">
              <a:buNone/>
              <a:defRPr sz="2550" b="1">
                <a:solidFill>
                  <a:srgbClr val="6D5DD3"/>
                </a:solidFill>
                <a:latin typeface="Arial"/>
                <a:ea typeface="Arial"/>
                <a:cs typeface="Arial"/>
              </a:defRPr>
            </a:lvl7pPr>
            <a:lvl8pPr algn="l">
              <a:buNone/>
              <a:defRPr sz="2550" b="1">
                <a:solidFill>
                  <a:srgbClr val="6D5DD3"/>
                </a:solidFill>
                <a:latin typeface="Arial"/>
                <a:ea typeface="Arial"/>
                <a:cs typeface="Arial"/>
              </a:defRPr>
            </a:lvl8pPr>
            <a:lvl9pPr algn="l">
              <a:buNone/>
              <a:defRPr sz="2550" b="1">
                <a:solidFill>
                  <a:srgbClr val="6D5DD3"/>
                </a:solidFill>
                <a:latin typeface="Arial"/>
                <a:ea typeface="Arial"/>
                <a:cs typeface="Arial"/>
              </a:defRPr>
            </a:lvl9pPr>
          </a:lstStyle>
          <a:p xmlns:a="http://schemas.openxmlformats.org/drawingml/2006/main">
            <a:pPr algn="l">
              <a:buNone/>
              <a:defRPr sz="2550" b="1">
                <a:solidFill>
                  <a:srgbClr val="6D5DD3"/>
                </a:solidFill>
                <a:latin typeface="Arial"/>
                <a:ea typeface="Arial"/>
                <a:cs typeface="Arial"/>
              </a:defRPr>
            </a:pPr>
            <a:r>
              <a:rPr sz="2550" b="1">
                <a:solidFill>
                  <a:srgbClr val="6D5DD3"/>
                </a:solidFill>
                <a:latin typeface="Arial"/>
                <a:ea typeface="Arial"/>
                <a:cs typeface="Arial"/>
              </a:rPr>
              <a:t>Inspect first</a:t>
            </a:r>
          </a:p>
        </p:txBody>
      </p:sp>
      <p:sp>
        <p:nvSpPr>
          <p:cNvPr id="16" name="">
            <a:extLst xmlns:a="http://schemas.openxmlformats.org/drawingml/2006/main">
              <a:ext uri="{FF2B5EF4-FFF2-40B4-BE49-F238E27FC236}">
                <a16:creationId xmlns:a16="http://schemas.microsoft.com/office/drawing/2014/main" id="{58077EF7-4D4D-424F-938C-641B66B2D4BB}"/>
              </a:ext>
            </a:extLst>
          </p:cNvPr>
          <p:cNvSpPr>
            <a:spLocks xmlns:a="http://schemas.openxmlformats.org/drawingml/2006/main" noGrp="1"/>
          </p:cNvSpPr>
          <p:nvPr/>
        </p:nvSpPr>
        <p:spPr>
          <a:xfrm xmlns:a="http://schemas.openxmlformats.org/drawingml/2006/main">
            <a:off x="8648700" y="2247900"/>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WHAT THE TOOL SHOWS</a:t>
            </a:r>
          </a:p>
        </p:txBody>
      </p:sp>
      <p:sp>
        <p:nvSpPr>
          <p:cNvPr id="17" name="">
            <a:extLst xmlns:a="http://schemas.openxmlformats.org/drawingml/2006/main">
              <a:ext uri="{FF2B5EF4-FFF2-40B4-BE49-F238E27FC236}">
                <a16:creationId xmlns:a16="http://schemas.microsoft.com/office/drawing/2014/main" id="{C319642C-F1EF-4C95-83D6-29718AD9E391}"/>
              </a:ext>
            </a:extLst>
          </p:cNvPr>
          <p:cNvSpPr>
            <a:spLocks xmlns:a="http://schemas.openxmlformats.org/drawingml/2006/main" noGrp="1"/>
          </p:cNvSpPr>
          <p:nvPr/>
        </p:nvSpPr>
        <p:spPr>
          <a:xfrm xmlns:a="http://schemas.openxmlformats.org/drawingml/2006/main">
            <a:off x="590550" y="3048000"/>
            <a:ext cx="11010900" cy="2647950"/>
          </a:xfrm>
          <a:prstGeom xmlns:a="http://schemas.openxmlformats.org/drawingml/2006/main" prst="roundRect">
            <a:avLst>
              <a:gd name="adj" fmla="val 5755"/>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18F03271-9A91-47CE-BF03-7563D4E38AB2}"/>
              </a:ext>
            </a:extLst>
          </p:cNvPr>
          <p:cNvSpPr>
            <a:spLocks xmlns:a="http://schemas.openxmlformats.org/drawingml/2006/main" noGrp="1"/>
          </p:cNvSpPr>
          <p:nvPr/>
        </p:nvSpPr>
        <p:spPr>
          <a:xfrm xmlns:a="http://schemas.openxmlformats.org/drawingml/2006/main">
            <a:off x="876300" y="33337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vl1pPr algn="l">
              <a:buNone/>
              <a:defRPr sz="975" b="1">
                <a:solidFill>
                  <a:srgbClr val="F06449"/>
                </a:solidFill>
                <a:latin typeface="Arial"/>
                <a:ea typeface="Arial"/>
                <a:cs typeface="Arial"/>
              </a:defRPr>
            </a:lvl1pPr>
            <a:lvl2pPr algn="l">
              <a:buNone/>
              <a:defRPr sz="975" b="1">
                <a:solidFill>
                  <a:srgbClr val="F06449"/>
                </a:solidFill>
                <a:latin typeface="Arial"/>
                <a:ea typeface="Arial"/>
                <a:cs typeface="Arial"/>
              </a:defRPr>
            </a:lvl2pPr>
            <a:lvl3pPr algn="l">
              <a:buNone/>
              <a:defRPr sz="975" b="1">
                <a:solidFill>
                  <a:srgbClr val="F06449"/>
                </a:solidFill>
                <a:latin typeface="Arial"/>
                <a:ea typeface="Arial"/>
                <a:cs typeface="Arial"/>
              </a:defRPr>
            </a:lvl3pPr>
            <a:lvl4pPr algn="l">
              <a:buNone/>
              <a:defRPr sz="975" b="1">
                <a:solidFill>
                  <a:srgbClr val="F06449"/>
                </a:solidFill>
                <a:latin typeface="Arial"/>
                <a:ea typeface="Arial"/>
                <a:cs typeface="Arial"/>
              </a:defRPr>
            </a:lvl4pPr>
            <a:lvl5pPr algn="l">
              <a:buNone/>
              <a:defRPr sz="975" b="1">
                <a:solidFill>
                  <a:srgbClr val="F06449"/>
                </a:solidFill>
                <a:latin typeface="Arial"/>
                <a:ea typeface="Arial"/>
                <a:cs typeface="Arial"/>
              </a:defRPr>
            </a:lvl5pPr>
            <a:lvl6pPr algn="l">
              <a:buNone/>
              <a:defRPr sz="975" b="1">
                <a:solidFill>
                  <a:srgbClr val="F06449"/>
                </a:solidFill>
                <a:latin typeface="Arial"/>
                <a:ea typeface="Arial"/>
                <a:cs typeface="Arial"/>
              </a:defRPr>
            </a:lvl6pPr>
            <a:lvl7pPr algn="l">
              <a:buNone/>
              <a:defRPr sz="975" b="1">
                <a:solidFill>
                  <a:srgbClr val="F06449"/>
                </a:solidFill>
                <a:latin typeface="Arial"/>
                <a:ea typeface="Arial"/>
                <a:cs typeface="Arial"/>
              </a:defRPr>
            </a:lvl7pPr>
            <a:lvl8pPr algn="l">
              <a:buNone/>
              <a:defRPr sz="975" b="1">
                <a:solidFill>
                  <a:srgbClr val="F06449"/>
                </a:solidFill>
                <a:latin typeface="Arial"/>
                <a:ea typeface="Arial"/>
                <a:cs typeface="Arial"/>
              </a:defRPr>
            </a:lvl8pPr>
            <a:lvl9pPr algn="l">
              <a:buNone/>
              <a:defRPr sz="975" b="1">
                <a:solidFill>
                  <a:srgbClr val="F06449"/>
                </a:solidFill>
                <a:latin typeface="Arial"/>
                <a:ea typeface="Arial"/>
                <a:cs typeface="Arial"/>
              </a:defRPr>
            </a:lvl9pPr>
          </a:lstStyle>
          <a:p xmlns:a="http://schemas.openxmlformats.org/drawingml/2006/main">
            <a:pPr algn="l">
              <a:buNone/>
              <a:defRPr sz="975" b="1">
                <a:solidFill>
                  <a:srgbClr val="F06449"/>
                </a:solidFill>
                <a:latin typeface="Arial"/>
                <a:ea typeface="Arial"/>
                <a:cs typeface="Arial"/>
              </a:defRPr>
            </a:pPr>
            <a:r>
              <a:rPr sz="975" b="1">
                <a:solidFill>
                  <a:srgbClr val="F06449"/>
                </a:solidFill>
                <a:latin typeface="Arial"/>
                <a:ea typeface="Arial"/>
                <a:cs typeface="Arial"/>
              </a:rPr>
              <a:t>PROBLEM</a:t>
            </a:r>
          </a:p>
        </p:txBody>
      </p:sp>
      <p:sp>
        <p:nvSpPr>
          <p:cNvPr id="19" name="">
            <a:extLst xmlns:a="http://schemas.openxmlformats.org/drawingml/2006/main">
              <a:ext uri="{FF2B5EF4-FFF2-40B4-BE49-F238E27FC236}">
                <a16:creationId xmlns:a16="http://schemas.microsoft.com/office/drawing/2014/main" id="{1FFAECC6-867F-474F-9FC6-179FD63B97ED}"/>
              </a:ext>
            </a:extLst>
          </p:cNvPr>
          <p:cNvSpPr>
            <a:spLocks xmlns:a="http://schemas.openxmlformats.org/drawingml/2006/main" noGrp="1"/>
          </p:cNvSpPr>
          <p:nvPr/>
        </p:nvSpPr>
        <p:spPr>
          <a:xfrm xmlns:a="http://schemas.openxmlformats.org/drawingml/2006/main">
            <a:off x="876300" y="3657600"/>
            <a:ext cx="4762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F3F6F2"/>
                </a:solidFill>
                <a:latin typeface="Arial"/>
                <a:ea typeface="Arial"/>
                <a:cs typeface="Arial"/>
              </a:defRPr>
            </a:defPPr>
            <a:lvl1pPr algn="l">
              <a:buNone/>
              <a:defRPr sz="1800" b="1">
                <a:solidFill>
                  <a:srgbClr val="F3F6F2"/>
                </a:solidFill>
                <a:latin typeface="Arial"/>
                <a:ea typeface="Arial"/>
                <a:cs typeface="Arial"/>
              </a:defRPr>
            </a:lvl1pPr>
            <a:lvl2pPr algn="l">
              <a:buNone/>
              <a:defRPr sz="1800" b="1">
                <a:solidFill>
                  <a:srgbClr val="F3F6F2"/>
                </a:solidFill>
                <a:latin typeface="Arial"/>
                <a:ea typeface="Arial"/>
                <a:cs typeface="Arial"/>
              </a:defRPr>
            </a:lvl2pPr>
            <a:lvl3pPr algn="l">
              <a:buNone/>
              <a:defRPr sz="1800" b="1">
                <a:solidFill>
                  <a:srgbClr val="F3F6F2"/>
                </a:solidFill>
                <a:latin typeface="Arial"/>
                <a:ea typeface="Arial"/>
                <a:cs typeface="Arial"/>
              </a:defRPr>
            </a:lvl3pPr>
            <a:lvl4pPr algn="l">
              <a:buNone/>
              <a:defRPr sz="1800" b="1">
                <a:solidFill>
                  <a:srgbClr val="F3F6F2"/>
                </a:solidFill>
                <a:latin typeface="Arial"/>
                <a:ea typeface="Arial"/>
                <a:cs typeface="Arial"/>
              </a:defRPr>
            </a:lvl4pPr>
            <a:lvl5pPr algn="l">
              <a:buNone/>
              <a:defRPr sz="1800" b="1">
                <a:solidFill>
                  <a:srgbClr val="F3F6F2"/>
                </a:solidFill>
                <a:latin typeface="Arial"/>
                <a:ea typeface="Arial"/>
                <a:cs typeface="Arial"/>
              </a:defRPr>
            </a:lvl5pPr>
            <a:lvl6pPr algn="l">
              <a:buNone/>
              <a:defRPr sz="1800" b="1">
                <a:solidFill>
                  <a:srgbClr val="F3F6F2"/>
                </a:solidFill>
                <a:latin typeface="Arial"/>
                <a:ea typeface="Arial"/>
                <a:cs typeface="Arial"/>
              </a:defRPr>
            </a:lvl6pPr>
            <a:lvl7pPr algn="l">
              <a:buNone/>
              <a:defRPr sz="1800" b="1">
                <a:solidFill>
                  <a:srgbClr val="F3F6F2"/>
                </a:solidFill>
                <a:latin typeface="Arial"/>
                <a:ea typeface="Arial"/>
                <a:cs typeface="Arial"/>
              </a:defRPr>
            </a:lvl7pPr>
            <a:lvl8pPr algn="l">
              <a:buNone/>
              <a:defRPr sz="1800" b="1">
                <a:solidFill>
                  <a:srgbClr val="F3F6F2"/>
                </a:solidFill>
                <a:latin typeface="Arial"/>
                <a:ea typeface="Arial"/>
                <a:cs typeface="Arial"/>
              </a:defRPr>
            </a:lvl8pPr>
            <a:lvl9pPr algn="l">
              <a:buNone/>
              <a:defRPr sz="1800" b="1">
                <a:solidFill>
                  <a:srgbClr val="F3F6F2"/>
                </a:solidFill>
                <a:latin typeface="Arial"/>
                <a:ea typeface="Arial"/>
                <a:cs typeface="Arial"/>
              </a:defRPr>
            </a:lvl9pPr>
          </a:lstStyle>
          <a:p xmlns:a="http://schemas.openxmlformats.org/drawingml/2006/main">
            <a:pPr algn="l">
              <a:buNone/>
              <a:defRPr sz="1800" b="1">
                <a:solidFill>
                  <a:srgbClr val="F3F6F2"/>
                </a:solidFill>
                <a:latin typeface="Arial"/>
                <a:ea typeface="Arial"/>
                <a:cs typeface="Arial"/>
              </a:defRPr>
            </a:pPr>
            <a:r>
              <a:rPr sz="1800" b="1">
                <a:solidFill>
                  <a:srgbClr val="F3F6F2"/>
                </a:solidFill>
                <a:latin typeface="Arial"/>
                <a:ea typeface="Arial"/>
                <a:cs typeface="Arial"/>
              </a:rPr>
              <a:t>Planners may need to compare separate maps for growth, heat, population and vegetation before choosing where to visit.</a:t>
            </a:r>
          </a:p>
        </p:txBody>
      </p:sp>
      <p:sp>
        <p:nvSpPr>
          <p:cNvPr id="20" name="">
            <a:extLst xmlns:a="http://schemas.openxmlformats.org/drawingml/2006/main">
              <a:ext uri="{FF2B5EF4-FFF2-40B4-BE49-F238E27FC236}">
                <a16:creationId xmlns:a16="http://schemas.microsoft.com/office/drawing/2014/main" id="{4C2D463A-24CF-441C-9EF0-4192F1D7C08C}"/>
              </a:ext>
            </a:extLst>
          </p:cNvPr>
          <p:cNvSpPr>
            <a:spLocks xmlns:a="http://schemas.openxmlformats.org/drawingml/2006/main" noGrp="1"/>
          </p:cNvSpPr>
          <p:nvPr/>
        </p:nvSpPr>
        <p:spPr>
          <a:xfrm xmlns:a="http://schemas.openxmlformats.org/drawingml/2006/main">
            <a:off x="5981700" y="3333750"/>
            <a:ext cx="9525" cy="1981200"/>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21" name="">
            <a:extLst xmlns:a="http://schemas.openxmlformats.org/drawingml/2006/main">
              <a:ext uri="{FF2B5EF4-FFF2-40B4-BE49-F238E27FC236}">
                <a16:creationId xmlns:a16="http://schemas.microsoft.com/office/drawing/2014/main" id="{8E8E1C0A-365E-46EE-90E6-A8B2BECA54B9}"/>
              </a:ext>
            </a:extLst>
          </p:cNvPr>
          <p:cNvSpPr>
            <a:spLocks xmlns:a="http://schemas.openxmlformats.org/drawingml/2006/main" noGrp="1"/>
          </p:cNvSpPr>
          <p:nvPr/>
        </p:nvSpPr>
        <p:spPr>
          <a:xfrm xmlns:a="http://schemas.openxmlformats.org/drawingml/2006/main">
            <a:off x="6324600" y="33337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vl1pPr algn="l">
              <a:buNone/>
              <a:defRPr sz="975" b="1">
                <a:solidFill>
                  <a:srgbClr val="1AA58F"/>
                </a:solidFill>
                <a:latin typeface="Arial"/>
                <a:ea typeface="Arial"/>
                <a:cs typeface="Arial"/>
              </a:defRPr>
            </a:lvl1pPr>
            <a:lvl2pPr algn="l">
              <a:buNone/>
              <a:defRPr sz="975" b="1">
                <a:solidFill>
                  <a:srgbClr val="1AA58F"/>
                </a:solidFill>
                <a:latin typeface="Arial"/>
                <a:ea typeface="Arial"/>
                <a:cs typeface="Arial"/>
              </a:defRPr>
            </a:lvl2pPr>
            <a:lvl3pPr algn="l">
              <a:buNone/>
              <a:defRPr sz="975" b="1">
                <a:solidFill>
                  <a:srgbClr val="1AA58F"/>
                </a:solidFill>
                <a:latin typeface="Arial"/>
                <a:ea typeface="Arial"/>
                <a:cs typeface="Arial"/>
              </a:defRPr>
            </a:lvl3pPr>
            <a:lvl4pPr algn="l">
              <a:buNone/>
              <a:defRPr sz="975" b="1">
                <a:solidFill>
                  <a:srgbClr val="1AA58F"/>
                </a:solidFill>
                <a:latin typeface="Arial"/>
                <a:ea typeface="Arial"/>
                <a:cs typeface="Arial"/>
              </a:defRPr>
            </a:lvl4pPr>
            <a:lvl5pPr algn="l">
              <a:buNone/>
              <a:defRPr sz="975" b="1">
                <a:solidFill>
                  <a:srgbClr val="1AA58F"/>
                </a:solidFill>
                <a:latin typeface="Arial"/>
                <a:ea typeface="Arial"/>
                <a:cs typeface="Arial"/>
              </a:defRPr>
            </a:lvl5pPr>
            <a:lvl6pPr algn="l">
              <a:buNone/>
              <a:defRPr sz="975" b="1">
                <a:solidFill>
                  <a:srgbClr val="1AA58F"/>
                </a:solidFill>
                <a:latin typeface="Arial"/>
                <a:ea typeface="Arial"/>
                <a:cs typeface="Arial"/>
              </a:defRPr>
            </a:lvl6pPr>
            <a:lvl7pPr algn="l">
              <a:buNone/>
              <a:defRPr sz="975" b="1">
                <a:solidFill>
                  <a:srgbClr val="1AA58F"/>
                </a:solidFill>
                <a:latin typeface="Arial"/>
                <a:ea typeface="Arial"/>
                <a:cs typeface="Arial"/>
              </a:defRPr>
            </a:lvl7pPr>
            <a:lvl8pPr algn="l">
              <a:buNone/>
              <a:defRPr sz="975" b="1">
                <a:solidFill>
                  <a:srgbClr val="1AA58F"/>
                </a:solidFill>
                <a:latin typeface="Arial"/>
                <a:ea typeface="Arial"/>
                <a:cs typeface="Arial"/>
              </a:defRPr>
            </a:lvl8pPr>
            <a:lvl9pPr algn="l">
              <a:buNone/>
              <a:defRPr sz="975" b="1">
                <a:solidFill>
                  <a:srgbClr val="1AA58F"/>
                </a:solidFill>
                <a:latin typeface="Arial"/>
                <a:ea typeface="Arial"/>
                <a:cs typeface="Arial"/>
              </a:defRPr>
            </a:lvl9pPr>
          </a:lstStyle>
          <a:p xmlns:a="http://schemas.openxmlformats.org/drawingml/2006/main">
            <a:pPr algn="l">
              <a:buNone/>
              <a:defRPr sz="975" b="1">
                <a:solidFill>
                  <a:srgbClr val="1AA58F"/>
                </a:solidFill>
                <a:latin typeface="Arial"/>
                <a:ea typeface="Arial"/>
                <a:cs typeface="Arial"/>
              </a:defRPr>
            </a:pPr>
            <a:r>
              <a:rPr sz="975" b="1">
                <a:solidFill>
                  <a:srgbClr val="1AA58F"/>
                </a:solidFill>
                <a:latin typeface="Arial"/>
                <a:ea typeface="Arial"/>
                <a:cs typeface="Arial"/>
              </a:rPr>
              <a:t>OUR IDEA</a:t>
            </a:r>
          </a:p>
        </p:txBody>
      </p:sp>
      <p:sp>
        <p:nvSpPr>
          <p:cNvPr id="22" name="">
            <a:extLst xmlns:a="http://schemas.openxmlformats.org/drawingml/2006/main">
              <a:ext uri="{FF2B5EF4-FFF2-40B4-BE49-F238E27FC236}">
                <a16:creationId xmlns:a16="http://schemas.microsoft.com/office/drawing/2014/main" id="{5B597C61-6804-46B5-9315-26656345FF4A}"/>
              </a:ext>
            </a:extLst>
          </p:cNvPr>
          <p:cNvSpPr>
            <a:spLocks xmlns:a="http://schemas.openxmlformats.org/drawingml/2006/main" noGrp="1"/>
          </p:cNvSpPr>
          <p:nvPr/>
        </p:nvSpPr>
        <p:spPr>
          <a:xfrm xmlns:a="http://schemas.openxmlformats.org/drawingml/2006/main">
            <a:off x="6324600" y="3657600"/>
            <a:ext cx="4762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F3F6F2"/>
                </a:solidFill>
                <a:latin typeface="Arial"/>
                <a:ea typeface="Arial"/>
                <a:cs typeface="Arial"/>
              </a:defRPr>
            </a:defPPr>
            <a:lvl1pPr algn="l">
              <a:buNone/>
              <a:defRPr sz="1800" b="1">
                <a:solidFill>
                  <a:srgbClr val="F3F6F2"/>
                </a:solidFill>
                <a:latin typeface="Arial"/>
                <a:ea typeface="Arial"/>
                <a:cs typeface="Arial"/>
              </a:defRPr>
            </a:lvl1pPr>
            <a:lvl2pPr algn="l">
              <a:buNone/>
              <a:defRPr sz="1800" b="1">
                <a:solidFill>
                  <a:srgbClr val="F3F6F2"/>
                </a:solidFill>
                <a:latin typeface="Arial"/>
                <a:ea typeface="Arial"/>
                <a:cs typeface="Arial"/>
              </a:defRPr>
            </a:lvl2pPr>
            <a:lvl3pPr algn="l">
              <a:buNone/>
              <a:defRPr sz="1800" b="1">
                <a:solidFill>
                  <a:srgbClr val="F3F6F2"/>
                </a:solidFill>
                <a:latin typeface="Arial"/>
                <a:ea typeface="Arial"/>
                <a:cs typeface="Arial"/>
              </a:defRPr>
            </a:lvl3pPr>
            <a:lvl4pPr algn="l">
              <a:buNone/>
              <a:defRPr sz="1800" b="1">
                <a:solidFill>
                  <a:srgbClr val="F3F6F2"/>
                </a:solidFill>
                <a:latin typeface="Arial"/>
                <a:ea typeface="Arial"/>
                <a:cs typeface="Arial"/>
              </a:defRPr>
            </a:lvl4pPr>
            <a:lvl5pPr algn="l">
              <a:buNone/>
              <a:defRPr sz="1800" b="1">
                <a:solidFill>
                  <a:srgbClr val="F3F6F2"/>
                </a:solidFill>
                <a:latin typeface="Arial"/>
                <a:ea typeface="Arial"/>
                <a:cs typeface="Arial"/>
              </a:defRPr>
            </a:lvl5pPr>
            <a:lvl6pPr algn="l">
              <a:buNone/>
              <a:defRPr sz="1800" b="1">
                <a:solidFill>
                  <a:srgbClr val="F3F6F2"/>
                </a:solidFill>
                <a:latin typeface="Arial"/>
                <a:ea typeface="Arial"/>
                <a:cs typeface="Arial"/>
              </a:defRPr>
            </a:lvl6pPr>
            <a:lvl7pPr algn="l">
              <a:buNone/>
              <a:defRPr sz="1800" b="1">
                <a:solidFill>
                  <a:srgbClr val="F3F6F2"/>
                </a:solidFill>
                <a:latin typeface="Arial"/>
                <a:ea typeface="Arial"/>
                <a:cs typeface="Arial"/>
              </a:defRPr>
            </a:lvl7pPr>
            <a:lvl8pPr algn="l">
              <a:buNone/>
              <a:defRPr sz="1800" b="1">
                <a:solidFill>
                  <a:srgbClr val="F3F6F2"/>
                </a:solidFill>
                <a:latin typeface="Arial"/>
                <a:ea typeface="Arial"/>
                <a:cs typeface="Arial"/>
              </a:defRPr>
            </a:lvl8pPr>
            <a:lvl9pPr algn="l">
              <a:buNone/>
              <a:defRPr sz="1800" b="1">
                <a:solidFill>
                  <a:srgbClr val="F3F6F2"/>
                </a:solidFill>
                <a:latin typeface="Arial"/>
                <a:ea typeface="Arial"/>
                <a:cs typeface="Arial"/>
              </a:defRPr>
            </a:lvl9pPr>
          </a:lstStyle>
          <a:p xmlns:a="http://schemas.openxmlformats.org/drawingml/2006/main">
            <a:pPr algn="l">
              <a:buNone/>
              <a:defRPr sz="1800" b="1">
                <a:solidFill>
                  <a:srgbClr val="F3F6F2"/>
                </a:solidFill>
                <a:latin typeface="Arial"/>
                <a:ea typeface="Arial"/>
                <a:cs typeface="Arial"/>
              </a:defRPr>
            </a:pPr>
            <a:r>
              <a:rPr sz="1800" b="1">
                <a:solidFill>
                  <a:srgbClr val="F3F6F2"/>
                </a:solidFill>
                <a:latin typeface="Arial"/>
                <a:ea typeface="Arial"/>
                <a:cs typeface="Arial"/>
              </a:rPr>
              <a:t>HeatReady combines those maps and ranks 1 km areas. It gives planners a place to start, not a final decision.</a:t>
            </a:r>
          </a:p>
        </p:txBody>
      </p:sp>
      <p:sp>
        <p:nvSpPr>
          <p:cNvPr id="23" name="">
            <a:extLst xmlns:a="http://schemas.openxmlformats.org/drawingml/2006/main">
              <a:ext uri="{FF2B5EF4-FFF2-40B4-BE49-F238E27FC236}">
                <a16:creationId xmlns:a16="http://schemas.microsoft.com/office/drawing/2014/main" id="{6D3783AB-4B6D-4934-A643-0DFB424CBBB6}"/>
              </a:ext>
            </a:extLst>
          </p:cNvPr>
          <p:cNvSpPr>
            <a:spLocks xmlns:a="http://schemas.openxmlformats.org/drawingml/2006/main" noGrp="1"/>
          </p:cNvSpPr>
          <p:nvPr/>
        </p:nvSpPr>
        <p:spPr>
          <a:xfrm xmlns:a="http://schemas.openxmlformats.org/drawingml/2006/main">
            <a:off x="876300" y="5191125"/>
            <a:ext cx="1019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E2AD2B"/>
                </a:solidFill>
                <a:latin typeface="Arial"/>
                <a:ea typeface="Arial"/>
                <a:cs typeface="Arial"/>
              </a:defRPr>
            </a:defPPr>
            <a:lvl1pPr algn="l">
              <a:buNone/>
              <a:defRPr sz="1200" b="1">
                <a:solidFill>
                  <a:srgbClr val="E2AD2B"/>
                </a:solidFill>
                <a:latin typeface="Arial"/>
                <a:ea typeface="Arial"/>
                <a:cs typeface="Arial"/>
              </a:defRPr>
            </a:lvl1pPr>
            <a:lvl2pPr algn="l">
              <a:buNone/>
              <a:defRPr sz="1200" b="1">
                <a:solidFill>
                  <a:srgbClr val="E2AD2B"/>
                </a:solidFill>
                <a:latin typeface="Arial"/>
                <a:ea typeface="Arial"/>
                <a:cs typeface="Arial"/>
              </a:defRPr>
            </a:lvl2pPr>
            <a:lvl3pPr algn="l">
              <a:buNone/>
              <a:defRPr sz="1200" b="1">
                <a:solidFill>
                  <a:srgbClr val="E2AD2B"/>
                </a:solidFill>
                <a:latin typeface="Arial"/>
                <a:ea typeface="Arial"/>
                <a:cs typeface="Arial"/>
              </a:defRPr>
            </a:lvl3pPr>
            <a:lvl4pPr algn="l">
              <a:buNone/>
              <a:defRPr sz="1200" b="1">
                <a:solidFill>
                  <a:srgbClr val="E2AD2B"/>
                </a:solidFill>
                <a:latin typeface="Arial"/>
                <a:ea typeface="Arial"/>
                <a:cs typeface="Arial"/>
              </a:defRPr>
            </a:lvl4pPr>
            <a:lvl5pPr algn="l">
              <a:buNone/>
              <a:defRPr sz="1200" b="1">
                <a:solidFill>
                  <a:srgbClr val="E2AD2B"/>
                </a:solidFill>
                <a:latin typeface="Arial"/>
                <a:ea typeface="Arial"/>
                <a:cs typeface="Arial"/>
              </a:defRPr>
            </a:lvl5pPr>
            <a:lvl6pPr algn="l">
              <a:buNone/>
              <a:defRPr sz="1200" b="1">
                <a:solidFill>
                  <a:srgbClr val="E2AD2B"/>
                </a:solidFill>
                <a:latin typeface="Arial"/>
                <a:ea typeface="Arial"/>
                <a:cs typeface="Arial"/>
              </a:defRPr>
            </a:lvl6pPr>
            <a:lvl7pPr algn="l">
              <a:buNone/>
              <a:defRPr sz="1200" b="1">
                <a:solidFill>
                  <a:srgbClr val="E2AD2B"/>
                </a:solidFill>
                <a:latin typeface="Arial"/>
                <a:ea typeface="Arial"/>
                <a:cs typeface="Arial"/>
              </a:defRPr>
            </a:lvl7pPr>
            <a:lvl8pPr algn="l">
              <a:buNone/>
              <a:defRPr sz="1200" b="1">
                <a:solidFill>
                  <a:srgbClr val="E2AD2B"/>
                </a:solidFill>
                <a:latin typeface="Arial"/>
                <a:ea typeface="Arial"/>
                <a:cs typeface="Arial"/>
              </a:defRPr>
            </a:lvl8pPr>
            <a:lvl9pPr algn="l">
              <a:buNone/>
              <a:defRPr sz="1200" b="1">
                <a:solidFill>
                  <a:srgbClr val="E2AD2B"/>
                </a:solidFill>
                <a:latin typeface="Arial"/>
                <a:ea typeface="Arial"/>
                <a:cs typeface="Arial"/>
              </a:defRPr>
            </a:lvl9pPr>
          </a:lstStyle>
          <a:p xmlns:a="http://schemas.openxmlformats.org/drawingml/2006/main">
            <a:pPr algn="l">
              <a:buNone/>
              <a:defRPr sz="1200" b="1">
                <a:solidFill>
                  <a:srgbClr val="E2AD2B"/>
                </a:solidFill>
                <a:latin typeface="Arial"/>
                <a:ea typeface="Arial"/>
                <a:cs typeface="Arial"/>
              </a:defRPr>
            </a:pPr>
            <a:r>
              <a:rPr sz="1200" b="1">
                <a:solidFill>
                  <a:srgbClr val="E2AD2B"/>
                </a:solidFill>
                <a:latin typeface="Arial"/>
                <a:ea typeface="Arial"/>
                <a:cs typeface="Arial"/>
              </a:rPr>
              <a:t>We still need to test this with real municipal users.</a:t>
            </a:r>
          </a:p>
        </p:txBody>
      </p:sp>
    </p:spTree>
    <p:extLst>
      <p:ext uri="{BB962C8B-B14F-4D97-AF65-F5344CB8AC3E}">
        <p14:creationId xmlns:p14="http://schemas.microsoft.com/office/powerpoint/2010/main" val="134767712"/>
      </p:ext>
    </p:extLst>
  </p:cSld>
</p:sld>
</file>

<file path=ppt/slides/slide4.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F1BC564-D456-45E5-B417-233B6695878A}"/>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THE ANSWER</a:t>
            </a:r>
          </a:p>
        </p:txBody>
      </p:sp>
      <p:sp>
        <p:nvSpPr>
          <p:cNvPr id="2" name="">
            <a:extLst xmlns:a="http://schemas.openxmlformats.org/drawingml/2006/main">
              <a:ext uri="{FF2B5EF4-FFF2-40B4-BE49-F238E27FC236}">
                <a16:creationId xmlns:a16="http://schemas.microsoft.com/office/drawing/2014/main" id="{655F0DAC-8995-4304-BA1A-45499A563066}"/>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Where planners should inspect first</a:t>
            </a:r>
          </a:p>
        </p:txBody>
      </p:sp>
      <p:sp>
        <p:nvSpPr>
          <p:cNvPr id="3" name="">
            <a:extLst xmlns:a="http://schemas.openxmlformats.org/drawingml/2006/main">
              <a:ext uri="{FF2B5EF4-FFF2-40B4-BE49-F238E27FC236}">
                <a16:creationId xmlns:a16="http://schemas.microsoft.com/office/drawing/2014/main" id="{3F99823B-A178-49D0-AB9E-03F34CEB12EB}"/>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51513DDA-5390-43EE-A9C5-D0CC1C0306E4}"/>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5" name="">
            <a:extLst xmlns:a="http://schemas.openxmlformats.org/drawingml/2006/main">
              <a:ext uri="{FF2B5EF4-FFF2-40B4-BE49-F238E27FC236}">
                <a16:creationId xmlns:a16="http://schemas.microsoft.com/office/drawing/2014/main" id="{6686B9A4-C002-43A9-B193-48B81FD91A6D}"/>
              </a:ext>
            </a:extLst>
          </p:cNvPr>
          <p:cNvPicPr>
            <a:picLocks xmlns:a="http://schemas.openxmlformats.org/drawingml/2006/main" noChangeAspect="1"/>
          </p:cNvPicPr>
          <p:nvPr/>
        </p:nvPicPr>
        <p:blipFill>
          <a:blip xmlns:r="http://schemas.openxmlformats.org/officeDocument/2006/relationships" xmlns:a="http://schemas.openxmlformats.org/drawingml/2006/main" r:embed="R10a8e3a4c4194756"/>
          <a:stretch xmlns:a="http://schemas.openxmlformats.org/drawingml/2006/main"/>
        </p:blipFill>
        <p:spPr>
          <a:xfrm xmlns:a="http://schemas.openxmlformats.org/drawingml/2006/main">
            <a:off x="1128967" y="1485900"/>
            <a:ext cx="4304790" cy="4762500"/>
          </a:xfrm>
          <a:prstGeom xmlns:a="http://schemas.openxmlformats.org/drawingml/2006/main" prst="roundRect">
            <a:avLst>
              <a:gd name="adj" fmla="val 2000"/>
            </a:avLst>
          </a:prstGeom>
        </p:spPr>
      </p:pic>
      <p:pic>
        <p:nvPicPr>
          <p:cNvPr id="6" name="">
            <a:extLst xmlns:a="http://schemas.openxmlformats.org/drawingml/2006/main">
              <a:ext uri="{FF2B5EF4-FFF2-40B4-BE49-F238E27FC236}">
                <a16:creationId xmlns:a16="http://schemas.microsoft.com/office/drawing/2014/main" id="{C7307EED-1D04-482C-985E-9E70460DC022}"/>
              </a:ext>
            </a:extLst>
          </p:cNvPr>
          <p:cNvPicPr>
            <a:picLocks xmlns:a="http://schemas.openxmlformats.org/drawingml/2006/main" noChangeAspect="1"/>
          </p:cNvPicPr>
          <p:nvPr/>
        </p:nvPicPr>
        <p:blipFill>
          <a:blip xmlns:r="http://schemas.openxmlformats.org/officeDocument/2006/relationships" xmlns:a="http://schemas.openxmlformats.org/drawingml/2006/main" r:embed="R556a0a24d91640b5"/>
          <a:stretch xmlns:a="http://schemas.openxmlformats.org/drawingml/2006/main"/>
        </p:blipFill>
        <p:spPr>
          <a:xfrm xmlns:a="http://schemas.openxmlformats.org/drawingml/2006/main">
            <a:off x="6535680" y="1562100"/>
            <a:ext cx="4759439" cy="2571750"/>
          </a:xfrm>
          <a:prstGeom xmlns:a="http://schemas.openxmlformats.org/drawingml/2006/main" prst="roundRect">
            <a:avLst>
              <a:gd name="adj" fmla="val 3704"/>
            </a:avLst>
          </a:prstGeom>
        </p:spPr>
      </p:pic>
      <p:sp>
        <p:nvSpPr>
          <p:cNvPr id="7" name="">
            <a:extLst xmlns:a="http://schemas.openxmlformats.org/drawingml/2006/main">
              <a:ext uri="{FF2B5EF4-FFF2-40B4-BE49-F238E27FC236}">
                <a16:creationId xmlns:a16="http://schemas.microsoft.com/office/drawing/2014/main" id="{6FC8F549-06B3-4D08-9283-E16B04AE8E9E}"/>
              </a:ext>
            </a:extLst>
          </p:cNvPr>
          <p:cNvSpPr>
            <a:spLocks xmlns:a="http://schemas.openxmlformats.org/drawingml/2006/main" noGrp="1"/>
          </p:cNvSpPr>
          <p:nvPr/>
        </p:nvSpPr>
        <p:spPr>
          <a:xfrm xmlns:a="http://schemas.openxmlformats.org/drawingml/2006/main">
            <a:off x="6229350" y="4324350"/>
            <a:ext cx="165735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8" name="">
            <a:extLst xmlns:a="http://schemas.openxmlformats.org/drawingml/2006/main">
              <a:ext uri="{FF2B5EF4-FFF2-40B4-BE49-F238E27FC236}">
                <a16:creationId xmlns:a16="http://schemas.microsoft.com/office/drawing/2014/main" id="{5516A5D2-F89B-4164-8458-2FF063A88C01}"/>
              </a:ext>
            </a:extLst>
          </p:cNvPr>
          <p:cNvSpPr>
            <a:spLocks xmlns:a="http://schemas.openxmlformats.org/drawingml/2006/main" noGrp="1"/>
          </p:cNvSpPr>
          <p:nvPr/>
        </p:nvSpPr>
        <p:spPr>
          <a:xfrm xmlns:a="http://schemas.openxmlformats.org/drawingml/2006/main">
            <a:off x="6400800" y="4438650"/>
            <a:ext cx="1314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F06449"/>
                </a:solidFill>
                <a:latin typeface="Arial"/>
                <a:ea typeface="Arial"/>
                <a:cs typeface="Arial"/>
              </a:defRPr>
            </a:defPPr>
            <a:lvl1pPr algn="l">
              <a:buNone/>
              <a:defRPr sz="2550" b="1">
                <a:solidFill>
                  <a:srgbClr val="F06449"/>
                </a:solidFill>
                <a:latin typeface="Arial"/>
                <a:ea typeface="Arial"/>
                <a:cs typeface="Arial"/>
              </a:defRPr>
            </a:lvl1pPr>
            <a:lvl2pPr algn="l">
              <a:buNone/>
              <a:defRPr sz="2550" b="1">
                <a:solidFill>
                  <a:srgbClr val="F06449"/>
                </a:solidFill>
                <a:latin typeface="Arial"/>
                <a:ea typeface="Arial"/>
                <a:cs typeface="Arial"/>
              </a:defRPr>
            </a:lvl2pPr>
            <a:lvl3pPr algn="l">
              <a:buNone/>
              <a:defRPr sz="2550" b="1">
                <a:solidFill>
                  <a:srgbClr val="F06449"/>
                </a:solidFill>
                <a:latin typeface="Arial"/>
                <a:ea typeface="Arial"/>
                <a:cs typeface="Arial"/>
              </a:defRPr>
            </a:lvl3pPr>
            <a:lvl4pPr algn="l">
              <a:buNone/>
              <a:defRPr sz="2550" b="1">
                <a:solidFill>
                  <a:srgbClr val="F06449"/>
                </a:solidFill>
                <a:latin typeface="Arial"/>
                <a:ea typeface="Arial"/>
                <a:cs typeface="Arial"/>
              </a:defRPr>
            </a:lvl4pPr>
            <a:lvl5pPr algn="l">
              <a:buNone/>
              <a:defRPr sz="2550" b="1">
                <a:solidFill>
                  <a:srgbClr val="F06449"/>
                </a:solidFill>
                <a:latin typeface="Arial"/>
                <a:ea typeface="Arial"/>
                <a:cs typeface="Arial"/>
              </a:defRPr>
            </a:lvl5pPr>
            <a:lvl6pPr algn="l">
              <a:buNone/>
              <a:defRPr sz="2550" b="1">
                <a:solidFill>
                  <a:srgbClr val="F06449"/>
                </a:solidFill>
                <a:latin typeface="Arial"/>
                <a:ea typeface="Arial"/>
                <a:cs typeface="Arial"/>
              </a:defRPr>
            </a:lvl6pPr>
            <a:lvl7pPr algn="l">
              <a:buNone/>
              <a:defRPr sz="2550" b="1">
                <a:solidFill>
                  <a:srgbClr val="F06449"/>
                </a:solidFill>
                <a:latin typeface="Arial"/>
                <a:ea typeface="Arial"/>
                <a:cs typeface="Arial"/>
              </a:defRPr>
            </a:lvl7pPr>
            <a:lvl8pPr algn="l">
              <a:buNone/>
              <a:defRPr sz="2550" b="1">
                <a:solidFill>
                  <a:srgbClr val="F06449"/>
                </a:solidFill>
                <a:latin typeface="Arial"/>
                <a:ea typeface="Arial"/>
                <a:cs typeface="Arial"/>
              </a:defRPr>
            </a:lvl8pPr>
            <a:lvl9pPr algn="l">
              <a:buNone/>
              <a:defRPr sz="2550" b="1">
                <a:solidFill>
                  <a:srgbClr val="F06449"/>
                </a:solidFill>
                <a:latin typeface="Arial"/>
                <a:ea typeface="Arial"/>
                <a:cs typeface="Arial"/>
              </a:defRPr>
            </a:lvl9pPr>
          </a:lstStyle>
          <a:p xmlns:a="http://schemas.openxmlformats.org/drawingml/2006/main">
            <a:pPr algn="l">
              <a:buNone/>
              <a:defRPr sz="2550" b="1">
                <a:solidFill>
                  <a:srgbClr val="F06449"/>
                </a:solidFill>
                <a:latin typeface="Arial"/>
                <a:ea typeface="Arial"/>
                <a:cs typeface="Arial"/>
              </a:defRPr>
            </a:pPr>
            <a:r>
              <a:rPr sz="2550" b="1">
                <a:solidFill>
                  <a:srgbClr val="F06449"/>
                </a:solidFill>
                <a:latin typeface="Arial"/>
                <a:ea typeface="Arial"/>
                <a:cs typeface="Arial"/>
              </a:rPr>
              <a:t>3.74 km²</a:t>
            </a:r>
          </a:p>
        </p:txBody>
      </p:sp>
      <p:sp>
        <p:nvSpPr>
          <p:cNvPr id="9" name="">
            <a:extLst xmlns:a="http://schemas.openxmlformats.org/drawingml/2006/main">
              <a:ext uri="{FF2B5EF4-FFF2-40B4-BE49-F238E27FC236}">
                <a16:creationId xmlns:a16="http://schemas.microsoft.com/office/drawing/2014/main" id="{4C0D6811-D0C8-469C-BBC9-2F82C960E012}"/>
              </a:ext>
            </a:extLst>
          </p:cNvPr>
          <p:cNvSpPr>
            <a:spLocks xmlns:a="http://schemas.openxmlformats.org/drawingml/2006/main" noGrp="1"/>
          </p:cNvSpPr>
          <p:nvPr/>
        </p:nvSpPr>
        <p:spPr>
          <a:xfrm xmlns:a="http://schemas.openxmlformats.org/drawingml/2006/main">
            <a:off x="6400800" y="4953000"/>
            <a:ext cx="1314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CONFIRMED GROWTH SIGNAL</a:t>
            </a:r>
          </a:p>
        </p:txBody>
      </p:sp>
      <p:sp>
        <p:nvSpPr>
          <p:cNvPr id="10" name="">
            <a:extLst xmlns:a="http://schemas.openxmlformats.org/drawingml/2006/main">
              <a:ext uri="{FF2B5EF4-FFF2-40B4-BE49-F238E27FC236}">
                <a16:creationId xmlns:a16="http://schemas.microsoft.com/office/drawing/2014/main" id="{990345E1-7C8B-4EFE-AF83-327FF9AC9BBF}"/>
              </a:ext>
            </a:extLst>
          </p:cNvPr>
          <p:cNvSpPr>
            <a:spLocks xmlns:a="http://schemas.openxmlformats.org/drawingml/2006/main" noGrp="1"/>
          </p:cNvSpPr>
          <p:nvPr/>
        </p:nvSpPr>
        <p:spPr>
          <a:xfrm xmlns:a="http://schemas.openxmlformats.org/drawingml/2006/main">
            <a:off x="8020050" y="4324350"/>
            <a:ext cx="165735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1" name="">
            <a:extLst xmlns:a="http://schemas.openxmlformats.org/drawingml/2006/main">
              <a:ext uri="{FF2B5EF4-FFF2-40B4-BE49-F238E27FC236}">
                <a16:creationId xmlns:a16="http://schemas.microsoft.com/office/drawing/2014/main" id="{AA0ABDC6-2CEE-43AD-A977-13841824ABC3}"/>
              </a:ext>
            </a:extLst>
          </p:cNvPr>
          <p:cNvSpPr>
            <a:spLocks xmlns:a="http://schemas.openxmlformats.org/drawingml/2006/main" noGrp="1"/>
          </p:cNvSpPr>
          <p:nvPr/>
        </p:nvSpPr>
        <p:spPr>
          <a:xfrm xmlns:a="http://schemas.openxmlformats.org/drawingml/2006/main">
            <a:off x="8191500" y="4438650"/>
            <a:ext cx="1314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vl1pPr algn="l">
              <a:buNone/>
              <a:defRPr sz="2550" b="1">
                <a:solidFill>
                  <a:srgbClr val="1AA58F"/>
                </a:solidFill>
                <a:latin typeface="Arial"/>
                <a:ea typeface="Arial"/>
                <a:cs typeface="Arial"/>
              </a:defRPr>
            </a:lvl1pPr>
            <a:lvl2pPr algn="l">
              <a:buNone/>
              <a:defRPr sz="2550" b="1">
                <a:solidFill>
                  <a:srgbClr val="1AA58F"/>
                </a:solidFill>
                <a:latin typeface="Arial"/>
                <a:ea typeface="Arial"/>
                <a:cs typeface="Arial"/>
              </a:defRPr>
            </a:lvl2pPr>
            <a:lvl3pPr algn="l">
              <a:buNone/>
              <a:defRPr sz="2550" b="1">
                <a:solidFill>
                  <a:srgbClr val="1AA58F"/>
                </a:solidFill>
                <a:latin typeface="Arial"/>
                <a:ea typeface="Arial"/>
                <a:cs typeface="Arial"/>
              </a:defRPr>
            </a:lvl3pPr>
            <a:lvl4pPr algn="l">
              <a:buNone/>
              <a:defRPr sz="2550" b="1">
                <a:solidFill>
                  <a:srgbClr val="1AA58F"/>
                </a:solidFill>
                <a:latin typeface="Arial"/>
                <a:ea typeface="Arial"/>
                <a:cs typeface="Arial"/>
              </a:defRPr>
            </a:lvl4pPr>
            <a:lvl5pPr algn="l">
              <a:buNone/>
              <a:defRPr sz="2550" b="1">
                <a:solidFill>
                  <a:srgbClr val="1AA58F"/>
                </a:solidFill>
                <a:latin typeface="Arial"/>
                <a:ea typeface="Arial"/>
                <a:cs typeface="Arial"/>
              </a:defRPr>
            </a:lvl5pPr>
            <a:lvl6pPr algn="l">
              <a:buNone/>
              <a:defRPr sz="2550" b="1">
                <a:solidFill>
                  <a:srgbClr val="1AA58F"/>
                </a:solidFill>
                <a:latin typeface="Arial"/>
                <a:ea typeface="Arial"/>
                <a:cs typeface="Arial"/>
              </a:defRPr>
            </a:lvl6pPr>
            <a:lvl7pPr algn="l">
              <a:buNone/>
              <a:defRPr sz="2550" b="1">
                <a:solidFill>
                  <a:srgbClr val="1AA58F"/>
                </a:solidFill>
                <a:latin typeface="Arial"/>
                <a:ea typeface="Arial"/>
                <a:cs typeface="Arial"/>
              </a:defRPr>
            </a:lvl7pPr>
            <a:lvl8pPr algn="l">
              <a:buNone/>
              <a:defRPr sz="2550" b="1">
                <a:solidFill>
                  <a:srgbClr val="1AA58F"/>
                </a:solidFill>
                <a:latin typeface="Arial"/>
                <a:ea typeface="Arial"/>
                <a:cs typeface="Arial"/>
              </a:defRPr>
            </a:lvl8pPr>
            <a:lvl9pPr algn="l">
              <a:buNone/>
              <a:defRPr sz="2550" b="1">
                <a:solidFill>
                  <a:srgbClr val="1AA58F"/>
                </a:solidFill>
                <a:latin typeface="Arial"/>
                <a:ea typeface="Arial"/>
                <a:cs typeface="Arial"/>
              </a:defRPr>
            </a:lvl9pPr>
          </a:lstStyle>
          <a:p xmlns:a="http://schemas.openxmlformats.org/drawingml/2006/main">
            <a:pPr algn="l">
              <a:buNone/>
              <a:defRPr sz="2550" b="1">
                <a:solidFill>
                  <a:srgbClr val="1AA58F"/>
                </a:solidFill>
                <a:latin typeface="Arial"/>
                <a:ea typeface="Arial"/>
                <a:cs typeface="Arial"/>
              </a:defRPr>
            </a:pPr>
            <a:r>
              <a:rPr sz="2550" b="1">
                <a:solidFill>
                  <a:srgbClr val="1AA58F"/>
                </a:solidFill>
                <a:latin typeface="Arial"/>
                <a:ea typeface="Arial"/>
                <a:cs typeface="Arial"/>
              </a:rPr>
              <a:t>14 / 67</a:t>
            </a:r>
          </a:p>
        </p:txBody>
      </p:sp>
      <p:sp>
        <p:nvSpPr>
          <p:cNvPr id="12" name="">
            <a:extLst xmlns:a="http://schemas.openxmlformats.org/drawingml/2006/main">
              <a:ext uri="{FF2B5EF4-FFF2-40B4-BE49-F238E27FC236}">
                <a16:creationId xmlns:a16="http://schemas.microsoft.com/office/drawing/2014/main" id="{72C8A53F-5DBE-4A27-B5C6-A497DC8645CF}"/>
              </a:ext>
            </a:extLst>
          </p:cNvPr>
          <p:cNvSpPr>
            <a:spLocks xmlns:a="http://schemas.openxmlformats.org/drawingml/2006/main" noGrp="1"/>
          </p:cNvSpPr>
          <p:nvPr/>
        </p:nvSpPr>
        <p:spPr>
          <a:xfrm xmlns:a="http://schemas.openxmlformats.org/drawingml/2006/main">
            <a:off x="8191500" y="4953000"/>
            <a:ext cx="1314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HIGH / ELIGIBLE CELLS</a:t>
            </a:r>
          </a:p>
        </p:txBody>
      </p:sp>
      <p:sp>
        <p:nvSpPr>
          <p:cNvPr id="13" name="">
            <a:extLst xmlns:a="http://schemas.openxmlformats.org/drawingml/2006/main">
              <a:ext uri="{FF2B5EF4-FFF2-40B4-BE49-F238E27FC236}">
                <a16:creationId xmlns:a16="http://schemas.microsoft.com/office/drawing/2014/main" id="{635F133B-7BD6-4CBD-B896-EC41868A0529}"/>
              </a:ext>
            </a:extLst>
          </p:cNvPr>
          <p:cNvSpPr>
            <a:spLocks xmlns:a="http://schemas.openxmlformats.org/drawingml/2006/main" noGrp="1"/>
          </p:cNvSpPr>
          <p:nvPr/>
        </p:nvSpPr>
        <p:spPr>
          <a:xfrm xmlns:a="http://schemas.openxmlformats.org/drawingml/2006/main">
            <a:off x="9810750" y="4324350"/>
            <a:ext cx="17907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F5278050-63B0-42DF-81A6-AA4D8858BCF2}"/>
              </a:ext>
            </a:extLst>
          </p:cNvPr>
          <p:cNvSpPr>
            <a:spLocks xmlns:a="http://schemas.openxmlformats.org/drawingml/2006/main" noGrp="1"/>
          </p:cNvSpPr>
          <p:nvPr/>
        </p:nvSpPr>
        <p:spPr>
          <a:xfrm xmlns:a="http://schemas.openxmlformats.org/drawingml/2006/main">
            <a:off x="9982200" y="4438650"/>
            <a:ext cx="144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vl1pPr algn="l">
              <a:buNone/>
              <a:defRPr sz="2550" b="1">
                <a:solidFill>
                  <a:srgbClr val="E2AD2B"/>
                </a:solidFill>
                <a:latin typeface="Arial"/>
                <a:ea typeface="Arial"/>
                <a:cs typeface="Arial"/>
              </a:defRPr>
            </a:lvl1pPr>
            <a:lvl2pPr algn="l">
              <a:buNone/>
              <a:defRPr sz="2550" b="1">
                <a:solidFill>
                  <a:srgbClr val="E2AD2B"/>
                </a:solidFill>
                <a:latin typeface="Arial"/>
                <a:ea typeface="Arial"/>
                <a:cs typeface="Arial"/>
              </a:defRPr>
            </a:lvl2pPr>
            <a:lvl3pPr algn="l">
              <a:buNone/>
              <a:defRPr sz="2550" b="1">
                <a:solidFill>
                  <a:srgbClr val="E2AD2B"/>
                </a:solidFill>
                <a:latin typeface="Arial"/>
                <a:ea typeface="Arial"/>
                <a:cs typeface="Arial"/>
              </a:defRPr>
            </a:lvl3pPr>
            <a:lvl4pPr algn="l">
              <a:buNone/>
              <a:defRPr sz="2550" b="1">
                <a:solidFill>
                  <a:srgbClr val="E2AD2B"/>
                </a:solidFill>
                <a:latin typeface="Arial"/>
                <a:ea typeface="Arial"/>
                <a:cs typeface="Arial"/>
              </a:defRPr>
            </a:lvl4pPr>
            <a:lvl5pPr algn="l">
              <a:buNone/>
              <a:defRPr sz="2550" b="1">
                <a:solidFill>
                  <a:srgbClr val="E2AD2B"/>
                </a:solidFill>
                <a:latin typeface="Arial"/>
                <a:ea typeface="Arial"/>
                <a:cs typeface="Arial"/>
              </a:defRPr>
            </a:lvl5pPr>
            <a:lvl6pPr algn="l">
              <a:buNone/>
              <a:defRPr sz="2550" b="1">
                <a:solidFill>
                  <a:srgbClr val="E2AD2B"/>
                </a:solidFill>
                <a:latin typeface="Arial"/>
                <a:ea typeface="Arial"/>
                <a:cs typeface="Arial"/>
              </a:defRPr>
            </a:lvl6pPr>
            <a:lvl7pPr algn="l">
              <a:buNone/>
              <a:defRPr sz="2550" b="1">
                <a:solidFill>
                  <a:srgbClr val="E2AD2B"/>
                </a:solidFill>
                <a:latin typeface="Arial"/>
                <a:ea typeface="Arial"/>
                <a:cs typeface="Arial"/>
              </a:defRPr>
            </a:lvl7pPr>
            <a:lvl8pPr algn="l">
              <a:buNone/>
              <a:defRPr sz="2550" b="1">
                <a:solidFill>
                  <a:srgbClr val="E2AD2B"/>
                </a:solidFill>
                <a:latin typeface="Arial"/>
                <a:ea typeface="Arial"/>
                <a:cs typeface="Arial"/>
              </a:defRPr>
            </a:lvl8pPr>
            <a:lvl9pPr algn="l">
              <a:buNone/>
              <a:defRPr sz="2550" b="1">
                <a:solidFill>
                  <a:srgbClr val="E2AD2B"/>
                </a:solidFill>
                <a:latin typeface="Arial"/>
                <a:ea typeface="Arial"/>
                <a:cs typeface="Arial"/>
              </a:defRPr>
            </a:lvl9pPr>
          </a:lstStyle>
          <a:p xmlns:a="http://schemas.openxmlformats.org/drawingml/2006/main">
            <a:pPr algn="l">
              <a:buNone/>
              <a:defRPr sz="2550" b="1">
                <a:solidFill>
                  <a:srgbClr val="E2AD2B"/>
                </a:solidFill>
                <a:latin typeface="Arial"/>
                <a:ea typeface="Arial"/>
                <a:cs typeface="Arial"/>
              </a:defRPr>
            </a:pPr>
            <a:r>
              <a:rPr sz="2550" b="1">
                <a:solidFill>
                  <a:srgbClr val="E2AD2B"/>
                </a:solidFill>
                <a:latin typeface="Arial"/>
                <a:ea typeface="Arial"/>
                <a:cs typeface="Arial"/>
              </a:rPr>
              <a:t>78.7</a:t>
            </a:r>
          </a:p>
        </p:txBody>
      </p:sp>
      <p:sp>
        <p:nvSpPr>
          <p:cNvPr id="15" name="">
            <a:extLst xmlns:a="http://schemas.openxmlformats.org/drawingml/2006/main">
              <a:ext uri="{FF2B5EF4-FFF2-40B4-BE49-F238E27FC236}">
                <a16:creationId xmlns:a16="http://schemas.microsoft.com/office/drawing/2014/main" id="{748DF7EE-4F01-44D7-BA6F-2FA308BA17EF}"/>
              </a:ext>
            </a:extLst>
          </p:cNvPr>
          <p:cNvSpPr>
            <a:spLocks xmlns:a="http://schemas.openxmlformats.org/drawingml/2006/main" noGrp="1"/>
          </p:cNvSpPr>
          <p:nvPr/>
        </p:nvSpPr>
        <p:spPr>
          <a:xfrm xmlns:a="http://schemas.openxmlformats.org/drawingml/2006/main">
            <a:off x="9982200" y="4953000"/>
            <a:ext cx="144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TOP SCORE: R05C10</a:t>
            </a:r>
          </a:p>
        </p:txBody>
      </p:sp>
      <p:sp>
        <p:nvSpPr>
          <p:cNvPr id="16" name="">
            <a:extLst xmlns:a="http://schemas.openxmlformats.org/drawingml/2006/main">
              <a:ext uri="{FF2B5EF4-FFF2-40B4-BE49-F238E27FC236}">
                <a16:creationId xmlns:a16="http://schemas.microsoft.com/office/drawing/2014/main" id="{5EAE414E-EE46-43ED-A2F5-8EFAB06D0621}"/>
              </a:ext>
            </a:extLst>
          </p:cNvPr>
          <p:cNvSpPr>
            <a:spLocks xmlns:a="http://schemas.openxmlformats.org/drawingml/2006/main" noGrp="1"/>
          </p:cNvSpPr>
          <p:nvPr/>
        </p:nvSpPr>
        <p:spPr>
          <a:xfrm xmlns:a="http://schemas.openxmlformats.org/drawingml/2006/main">
            <a:off x="6229350" y="5543550"/>
            <a:ext cx="5372100" cy="704850"/>
          </a:xfrm>
          <a:prstGeom xmlns:a="http://schemas.openxmlformats.org/drawingml/2006/main" prst="roundRect">
            <a:avLst>
              <a:gd name="adj" fmla="val 13514"/>
            </a:avLst>
          </a:prstGeom>
          <a:solidFill xmlns:a="http://schemas.openxmlformats.org/drawingml/2006/main">
            <a:srgbClr val="113646"/>
          </a:solidFill>
          <a:ln xmlns:a="http://schemas.openxmlformats.org/drawingml/2006/main" w="9525">
            <a:solidFill>
              <a:srgbClr val="31505F"/>
            </a:solidFill>
            <a:prstDash val="solid"/>
          </a:ln>
        </p:spPr>
      </p:sp>
      <p:sp>
        <p:nvSpPr>
          <p:cNvPr id="17" name="">
            <a:extLst xmlns:a="http://schemas.openxmlformats.org/drawingml/2006/main">
              <a:ext uri="{FF2B5EF4-FFF2-40B4-BE49-F238E27FC236}">
                <a16:creationId xmlns:a16="http://schemas.microsoft.com/office/drawing/2014/main" id="{F52CE2C4-71B3-4124-843B-6D8A96995B56}"/>
              </a:ext>
            </a:extLst>
          </p:cNvPr>
          <p:cNvSpPr>
            <a:spLocks xmlns:a="http://schemas.openxmlformats.org/drawingml/2006/main" noGrp="1"/>
          </p:cNvSpPr>
          <p:nvPr/>
        </p:nvSpPr>
        <p:spPr>
          <a:xfrm xmlns:a="http://schemas.openxmlformats.org/drawingml/2006/main">
            <a:off x="6438900" y="564832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F3F6F2"/>
                </a:solidFill>
                <a:latin typeface="Arial"/>
                <a:ea typeface="Arial"/>
                <a:cs typeface="Arial"/>
              </a:defRPr>
            </a:defPPr>
            <a:lvl1pPr algn="l">
              <a:buNone/>
              <a:defRPr sz="1200" b="1">
                <a:solidFill>
                  <a:srgbClr val="F3F6F2"/>
                </a:solidFill>
                <a:latin typeface="Arial"/>
                <a:ea typeface="Arial"/>
                <a:cs typeface="Arial"/>
              </a:defRPr>
            </a:lvl1pPr>
            <a:lvl2pPr algn="l">
              <a:buNone/>
              <a:defRPr sz="1200" b="1">
                <a:solidFill>
                  <a:srgbClr val="F3F6F2"/>
                </a:solidFill>
                <a:latin typeface="Arial"/>
                <a:ea typeface="Arial"/>
                <a:cs typeface="Arial"/>
              </a:defRPr>
            </a:lvl2pPr>
            <a:lvl3pPr algn="l">
              <a:buNone/>
              <a:defRPr sz="1200" b="1">
                <a:solidFill>
                  <a:srgbClr val="F3F6F2"/>
                </a:solidFill>
                <a:latin typeface="Arial"/>
                <a:ea typeface="Arial"/>
                <a:cs typeface="Arial"/>
              </a:defRPr>
            </a:lvl3pPr>
            <a:lvl4pPr algn="l">
              <a:buNone/>
              <a:defRPr sz="1200" b="1">
                <a:solidFill>
                  <a:srgbClr val="F3F6F2"/>
                </a:solidFill>
                <a:latin typeface="Arial"/>
                <a:ea typeface="Arial"/>
                <a:cs typeface="Arial"/>
              </a:defRPr>
            </a:lvl4pPr>
            <a:lvl5pPr algn="l">
              <a:buNone/>
              <a:defRPr sz="1200" b="1">
                <a:solidFill>
                  <a:srgbClr val="F3F6F2"/>
                </a:solidFill>
                <a:latin typeface="Arial"/>
                <a:ea typeface="Arial"/>
                <a:cs typeface="Arial"/>
              </a:defRPr>
            </a:lvl5pPr>
            <a:lvl6pPr algn="l">
              <a:buNone/>
              <a:defRPr sz="1200" b="1">
                <a:solidFill>
                  <a:srgbClr val="F3F6F2"/>
                </a:solidFill>
                <a:latin typeface="Arial"/>
                <a:ea typeface="Arial"/>
                <a:cs typeface="Arial"/>
              </a:defRPr>
            </a:lvl6pPr>
            <a:lvl7pPr algn="l">
              <a:buNone/>
              <a:defRPr sz="1200" b="1">
                <a:solidFill>
                  <a:srgbClr val="F3F6F2"/>
                </a:solidFill>
                <a:latin typeface="Arial"/>
                <a:ea typeface="Arial"/>
                <a:cs typeface="Arial"/>
              </a:defRPr>
            </a:lvl7pPr>
            <a:lvl8pPr algn="l">
              <a:buNone/>
              <a:defRPr sz="1200" b="1">
                <a:solidFill>
                  <a:srgbClr val="F3F6F2"/>
                </a:solidFill>
                <a:latin typeface="Arial"/>
                <a:ea typeface="Arial"/>
                <a:cs typeface="Arial"/>
              </a:defRPr>
            </a:lvl8pPr>
            <a:lvl9pPr algn="l">
              <a:buNone/>
              <a:defRPr sz="1200" b="1">
                <a:solidFill>
                  <a:srgbClr val="F3F6F2"/>
                </a:solidFill>
                <a:latin typeface="Arial"/>
                <a:ea typeface="Arial"/>
                <a:cs typeface="Arial"/>
              </a:defRPr>
            </a:lvl9pPr>
          </a:lstStyle>
          <a:p xmlns:a="http://schemas.openxmlformats.org/drawingml/2006/main">
            <a:pPr algn="l">
              <a:buNone/>
              <a:defRPr sz="1200" b="1">
                <a:solidFill>
                  <a:srgbClr val="F3F6F2"/>
                </a:solidFill>
                <a:latin typeface="Arial"/>
                <a:ea typeface="Arial"/>
                <a:cs typeface="Arial"/>
              </a:defRPr>
            </a:pPr>
            <a:r>
              <a:rPr sz="1200" b="1">
                <a:solidFill>
                  <a:srgbClr val="F3F6F2"/>
                </a:solidFill>
                <a:latin typeface="Arial"/>
                <a:ea typeface="Arial"/>
                <a:cs typeface="Arial"/>
              </a:rPr>
              <a:t>The same result is available as a map, a table and GIS files.</a:t>
            </a:r>
          </a:p>
        </p:txBody>
      </p:sp>
    </p:spTree>
    <p:extLst>
      <p:ext uri="{BB962C8B-B14F-4D97-AF65-F5344CB8AC3E}">
        <p14:creationId xmlns:p14="http://schemas.microsoft.com/office/powerpoint/2010/main" val="1869661710"/>
      </p:ext>
    </p:extLst>
  </p:cSld>
</p:sld>
</file>

<file path=ppt/slides/slide5.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042D8F9-7FF3-478F-8B5B-9E7A383D390D}"/>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DATA AND METHOD</a:t>
            </a:r>
          </a:p>
        </p:txBody>
      </p:sp>
      <p:sp>
        <p:nvSpPr>
          <p:cNvPr id="2" name="">
            <a:extLst xmlns:a="http://schemas.openxmlformats.org/drawingml/2006/main">
              <a:ext uri="{FF2B5EF4-FFF2-40B4-BE49-F238E27FC236}">
                <a16:creationId xmlns:a16="http://schemas.microsoft.com/office/drawing/2014/main" id="{72E7C2D2-7E2F-477E-A4E4-7E40D4A8DC8C}"/>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The data behind the answer</a:t>
            </a:r>
          </a:p>
        </p:txBody>
      </p:sp>
      <p:sp>
        <p:nvSpPr>
          <p:cNvPr id="3" name="">
            <a:extLst xmlns:a="http://schemas.openxmlformats.org/drawingml/2006/main">
              <a:ext uri="{FF2B5EF4-FFF2-40B4-BE49-F238E27FC236}">
                <a16:creationId xmlns:a16="http://schemas.microsoft.com/office/drawing/2014/main" id="{14ABABF5-20FA-43DD-AA9B-A35A62F664CE}"/>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002BECAC-DB57-4799-B76A-F72B77D5F89E}"/>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3EE68BA7-4A71-4465-86AB-BE31D31B7C6B}"/>
              </a:ext>
            </a:extLst>
          </p:cNvPr>
          <p:cNvSpPr>
            <a:spLocks xmlns:a="http://schemas.openxmlformats.org/drawingml/2006/main" noGrp="1"/>
          </p:cNvSpPr>
          <p:nvPr/>
        </p:nvSpPr>
        <p:spPr>
          <a:xfrm xmlns:a="http://schemas.openxmlformats.org/drawingml/2006/main">
            <a:off x="590550" y="15621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338A2FD0-C617-4CEF-A6BC-ADC3449965ED}"/>
              </a:ext>
            </a:extLst>
          </p:cNvPr>
          <p:cNvSpPr>
            <a:spLocks xmlns:a="http://schemas.openxmlformats.org/drawingml/2006/main" noGrp="1"/>
          </p:cNvSpPr>
          <p:nvPr/>
        </p:nvSpPr>
        <p:spPr>
          <a:xfrm xmlns:a="http://schemas.openxmlformats.org/drawingml/2006/main">
            <a:off x="590550" y="1562100"/>
            <a:ext cx="76200" cy="514350"/>
          </a:xfrm>
          <a:prstGeom xmlns:a="http://schemas.openxmlformats.org/drawingml/2006/main" prst="rect">
            <a:avLst/>
          </a:prstGeom>
          <a:solidFill xmlns:a="http://schemas.openxmlformats.org/drawingml/2006/main">
            <a:srgbClr val="1AA58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6FD67BC-FE4B-460C-8732-93376B0589F4}"/>
              </a:ext>
            </a:extLst>
          </p:cNvPr>
          <p:cNvSpPr>
            <a:spLocks xmlns:a="http://schemas.openxmlformats.org/drawingml/2006/main" noGrp="1"/>
          </p:cNvSpPr>
          <p:nvPr/>
        </p:nvSpPr>
        <p:spPr>
          <a:xfrm xmlns:a="http://schemas.openxmlformats.org/drawingml/2006/main">
            <a:off x="800100" y="16383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AA58F"/>
                </a:solidFill>
                <a:latin typeface="Arial"/>
                <a:ea typeface="Arial"/>
                <a:cs typeface="Arial"/>
              </a:defRPr>
            </a:defPPr>
            <a:lvl1pPr algn="l">
              <a:buNone/>
              <a:defRPr sz="1350" b="1">
                <a:solidFill>
                  <a:srgbClr val="1AA58F"/>
                </a:solidFill>
                <a:latin typeface="Arial"/>
                <a:ea typeface="Arial"/>
                <a:cs typeface="Arial"/>
              </a:defRPr>
            </a:lvl1pPr>
            <a:lvl2pPr algn="l">
              <a:buNone/>
              <a:defRPr sz="1350" b="1">
                <a:solidFill>
                  <a:srgbClr val="1AA58F"/>
                </a:solidFill>
                <a:latin typeface="Arial"/>
                <a:ea typeface="Arial"/>
                <a:cs typeface="Arial"/>
              </a:defRPr>
            </a:lvl2pPr>
            <a:lvl3pPr algn="l">
              <a:buNone/>
              <a:defRPr sz="1350" b="1">
                <a:solidFill>
                  <a:srgbClr val="1AA58F"/>
                </a:solidFill>
                <a:latin typeface="Arial"/>
                <a:ea typeface="Arial"/>
                <a:cs typeface="Arial"/>
              </a:defRPr>
            </a:lvl3pPr>
            <a:lvl4pPr algn="l">
              <a:buNone/>
              <a:defRPr sz="1350" b="1">
                <a:solidFill>
                  <a:srgbClr val="1AA58F"/>
                </a:solidFill>
                <a:latin typeface="Arial"/>
                <a:ea typeface="Arial"/>
                <a:cs typeface="Arial"/>
              </a:defRPr>
            </a:lvl4pPr>
            <a:lvl5pPr algn="l">
              <a:buNone/>
              <a:defRPr sz="1350" b="1">
                <a:solidFill>
                  <a:srgbClr val="1AA58F"/>
                </a:solidFill>
                <a:latin typeface="Arial"/>
                <a:ea typeface="Arial"/>
                <a:cs typeface="Arial"/>
              </a:defRPr>
            </a:lvl5pPr>
            <a:lvl6pPr algn="l">
              <a:buNone/>
              <a:defRPr sz="1350" b="1">
                <a:solidFill>
                  <a:srgbClr val="1AA58F"/>
                </a:solidFill>
                <a:latin typeface="Arial"/>
                <a:ea typeface="Arial"/>
                <a:cs typeface="Arial"/>
              </a:defRPr>
            </a:lvl6pPr>
            <a:lvl7pPr algn="l">
              <a:buNone/>
              <a:defRPr sz="1350" b="1">
                <a:solidFill>
                  <a:srgbClr val="1AA58F"/>
                </a:solidFill>
                <a:latin typeface="Arial"/>
                <a:ea typeface="Arial"/>
                <a:cs typeface="Arial"/>
              </a:defRPr>
            </a:lvl7pPr>
            <a:lvl8pPr algn="l">
              <a:buNone/>
              <a:defRPr sz="1350" b="1">
                <a:solidFill>
                  <a:srgbClr val="1AA58F"/>
                </a:solidFill>
                <a:latin typeface="Arial"/>
                <a:ea typeface="Arial"/>
                <a:cs typeface="Arial"/>
              </a:defRPr>
            </a:lvl8pPr>
            <a:lvl9pPr algn="l">
              <a:buNone/>
              <a:defRPr sz="1350" b="1">
                <a:solidFill>
                  <a:srgbClr val="1AA58F"/>
                </a:solidFill>
                <a:latin typeface="Arial"/>
                <a:ea typeface="Arial"/>
                <a:cs typeface="Arial"/>
              </a:defRPr>
            </a:lvl9pPr>
          </a:lstStyle>
          <a:p xmlns:a="http://schemas.openxmlformats.org/drawingml/2006/main">
            <a:pPr algn="l">
              <a:buNone/>
              <a:defRPr sz="1350" b="1">
                <a:solidFill>
                  <a:srgbClr val="1AA58F"/>
                </a:solidFill>
                <a:latin typeface="Arial"/>
                <a:ea typeface="Arial"/>
                <a:cs typeface="Arial"/>
              </a:defRPr>
            </a:pPr>
            <a:r>
              <a:rPr sz="1350" b="1">
                <a:solidFill>
                  <a:srgbClr val="1AA58F"/>
                </a:solidFill>
                <a:latin typeface="Arial"/>
                <a:ea typeface="Arial"/>
                <a:cs typeface="Arial"/>
              </a:rPr>
              <a:t>Sentinel-2</a:t>
            </a:r>
          </a:p>
        </p:txBody>
      </p:sp>
      <p:sp>
        <p:nvSpPr>
          <p:cNvPr id="8" name="">
            <a:extLst xmlns:a="http://schemas.openxmlformats.org/drawingml/2006/main">
              <a:ext uri="{FF2B5EF4-FFF2-40B4-BE49-F238E27FC236}">
                <a16:creationId xmlns:a16="http://schemas.microsoft.com/office/drawing/2014/main" id="{3BD83C39-F229-44EF-8609-BC01060994B7}"/>
              </a:ext>
            </a:extLst>
          </p:cNvPr>
          <p:cNvSpPr>
            <a:spLocks xmlns:a="http://schemas.openxmlformats.org/drawingml/2006/main" noGrp="1"/>
          </p:cNvSpPr>
          <p:nvPr/>
        </p:nvSpPr>
        <p:spPr>
          <a:xfrm xmlns:a="http://schemas.openxmlformats.org/drawingml/2006/main">
            <a:off x="2266950" y="16383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Shows vegetation and surface colour</a:t>
            </a:r>
          </a:p>
        </p:txBody>
      </p:sp>
      <p:sp>
        <p:nvSpPr>
          <p:cNvPr id="9" name="">
            <a:extLst xmlns:a="http://schemas.openxmlformats.org/drawingml/2006/main">
              <a:ext uri="{FF2B5EF4-FFF2-40B4-BE49-F238E27FC236}">
                <a16:creationId xmlns:a16="http://schemas.microsoft.com/office/drawing/2014/main" id="{0BEBEFC4-F6F0-4978-8B61-7F9D1E5A02B2}"/>
              </a:ext>
            </a:extLst>
          </p:cNvPr>
          <p:cNvSpPr>
            <a:spLocks xmlns:a="http://schemas.openxmlformats.org/drawingml/2006/main" noGrp="1"/>
          </p:cNvSpPr>
          <p:nvPr/>
        </p:nvSpPr>
        <p:spPr>
          <a:xfrm xmlns:a="http://schemas.openxmlformats.org/drawingml/2006/main">
            <a:off x="590550" y="22288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0" name="">
            <a:extLst xmlns:a="http://schemas.openxmlformats.org/drawingml/2006/main">
              <a:ext uri="{FF2B5EF4-FFF2-40B4-BE49-F238E27FC236}">
                <a16:creationId xmlns:a16="http://schemas.microsoft.com/office/drawing/2014/main" id="{F55871AF-F15D-4C8D-B50A-F4D7ED5A6D61}"/>
              </a:ext>
            </a:extLst>
          </p:cNvPr>
          <p:cNvSpPr>
            <a:spLocks xmlns:a="http://schemas.openxmlformats.org/drawingml/2006/main" noGrp="1"/>
          </p:cNvSpPr>
          <p:nvPr/>
        </p:nvSpPr>
        <p:spPr>
          <a:xfrm xmlns:a="http://schemas.openxmlformats.org/drawingml/2006/main">
            <a:off x="590550" y="2228850"/>
            <a:ext cx="76200" cy="514350"/>
          </a:xfrm>
          <a:prstGeom xmlns:a="http://schemas.openxmlformats.org/drawingml/2006/main" prst="rect">
            <a:avLst/>
          </a:prstGeom>
          <a:solidFill xmlns:a="http://schemas.openxmlformats.org/drawingml/2006/main">
            <a:srgbClr val="3183B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CB64E1F-86E9-488B-BB21-516557E30C95}"/>
              </a:ext>
            </a:extLst>
          </p:cNvPr>
          <p:cNvSpPr>
            <a:spLocks xmlns:a="http://schemas.openxmlformats.org/drawingml/2006/main" noGrp="1"/>
          </p:cNvSpPr>
          <p:nvPr/>
        </p:nvSpPr>
        <p:spPr>
          <a:xfrm xmlns:a="http://schemas.openxmlformats.org/drawingml/2006/main">
            <a:off x="800100" y="23050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3183B8"/>
                </a:solidFill>
                <a:latin typeface="Arial"/>
                <a:ea typeface="Arial"/>
                <a:cs typeface="Arial"/>
              </a:defRPr>
            </a:defPPr>
            <a:lvl1pPr algn="l">
              <a:buNone/>
              <a:defRPr sz="1350" b="1">
                <a:solidFill>
                  <a:srgbClr val="3183B8"/>
                </a:solidFill>
                <a:latin typeface="Arial"/>
                <a:ea typeface="Arial"/>
                <a:cs typeface="Arial"/>
              </a:defRPr>
            </a:lvl1pPr>
            <a:lvl2pPr algn="l">
              <a:buNone/>
              <a:defRPr sz="1350" b="1">
                <a:solidFill>
                  <a:srgbClr val="3183B8"/>
                </a:solidFill>
                <a:latin typeface="Arial"/>
                <a:ea typeface="Arial"/>
                <a:cs typeface="Arial"/>
              </a:defRPr>
            </a:lvl2pPr>
            <a:lvl3pPr algn="l">
              <a:buNone/>
              <a:defRPr sz="1350" b="1">
                <a:solidFill>
                  <a:srgbClr val="3183B8"/>
                </a:solidFill>
                <a:latin typeface="Arial"/>
                <a:ea typeface="Arial"/>
                <a:cs typeface="Arial"/>
              </a:defRPr>
            </a:lvl3pPr>
            <a:lvl4pPr algn="l">
              <a:buNone/>
              <a:defRPr sz="1350" b="1">
                <a:solidFill>
                  <a:srgbClr val="3183B8"/>
                </a:solidFill>
                <a:latin typeface="Arial"/>
                <a:ea typeface="Arial"/>
                <a:cs typeface="Arial"/>
              </a:defRPr>
            </a:lvl4pPr>
            <a:lvl5pPr algn="l">
              <a:buNone/>
              <a:defRPr sz="1350" b="1">
                <a:solidFill>
                  <a:srgbClr val="3183B8"/>
                </a:solidFill>
                <a:latin typeface="Arial"/>
                <a:ea typeface="Arial"/>
                <a:cs typeface="Arial"/>
              </a:defRPr>
            </a:lvl5pPr>
            <a:lvl6pPr algn="l">
              <a:buNone/>
              <a:defRPr sz="1350" b="1">
                <a:solidFill>
                  <a:srgbClr val="3183B8"/>
                </a:solidFill>
                <a:latin typeface="Arial"/>
                <a:ea typeface="Arial"/>
                <a:cs typeface="Arial"/>
              </a:defRPr>
            </a:lvl6pPr>
            <a:lvl7pPr algn="l">
              <a:buNone/>
              <a:defRPr sz="1350" b="1">
                <a:solidFill>
                  <a:srgbClr val="3183B8"/>
                </a:solidFill>
                <a:latin typeface="Arial"/>
                <a:ea typeface="Arial"/>
                <a:cs typeface="Arial"/>
              </a:defRPr>
            </a:lvl7pPr>
            <a:lvl8pPr algn="l">
              <a:buNone/>
              <a:defRPr sz="1350" b="1">
                <a:solidFill>
                  <a:srgbClr val="3183B8"/>
                </a:solidFill>
                <a:latin typeface="Arial"/>
                <a:ea typeface="Arial"/>
                <a:cs typeface="Arial"/>
              </a:defRPr>
            </a:lvl8pPr>
            <a:lvl9pPr algn="l">
              <a:buNone/>
              <a:defRPr sz="1350" b="1">
                <a:solidFill>
                  <a:srgbClr val="3183B8"/>
                </a:solidFill>
                <a:latin typeface="Arial"/>
                <a:ea typeface="Arial"/>
                <a:cs typeface="Arial"/>
              </a:defRPr>
            </a:lvl9pPr>
          </a:lstStyle>
          <a:p xmlns:a="http://schemas.openxmlformats.org/drawingml/2006/main">
            <a:pPr algn="l">
              <a:buNone/>
              <a:defRPr sz="1350" b="1">
                <a:solidFill>
                  <a:srgbClr val="3183B8"/>
                </a:solidFill>
                <a:latin typeface="Arial"/>
                <a:ea typeface="Arial"/>
                <a:cs typeface="Arial"/>
              </a:defRPr>
            </a:pPr>
            <a:r>
              <a:rPr sz="1350" b="1">
                <a:solidFill>
                  <a:srgbClr val="3183B8"/>
                </a:solidFill>
                <a:latin typeface="Arial"/>
                <a:ea typeface="Arial"/>
                <a:cs typeface="Arial"/>
              </a:rPr>
              <a:t>Sentinel-1</a:t>
            </a:r>
          </a:p>
        </p:txBody>
      </p:sp>
      <p:sp>
        <p:nvSpPr>
          <p:cNvPr id="12" name="">
            <a:extLst xmlns:a="http://schemas.openxmlformats.org/drawingml/2006/main">
              <a:ext uri="{FF2B5EF4-FFF2-40B4-BE49-F238E27FC236}">
                <a16:creationId xmlns:a16="http://schemas.microsoft.com/office/drawing/2014/main" id="{5203F30A-BB3A-4B84-A355-B16A05967C35}"/>
              </a:ext>
            </a:extLst>
          </p:cNvPr>
          <p:cNvSpPr>
            <a:spLocks xmlns:a="http://schemas.openxmlformats.org/drawingml/2006/main" noGrp="1"/>
          </p:cNvSpPr>
          <p:nvPr/>
        </p:nvSpPr>
        <p:spPr>
          <a:xfrm xmlns:a="http://schemas.openxmlformats.org/drawingml/2006/main">
            <a:off x="2266950" y="23050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Radar check for built structures</a:t>
            </a:r>
          </a:p>
        </p:txBody>
      </p:sp>
      <p:sp>
        <p:nvSpPr>
          <p:cNvPr id="13" name="">
            <a:extLst xmlns:a="http://schemas.openxmlformats.org/drawingml/2006/main">
              <a:ext uri="{FF2B5EF4-FFF2-40B4-BE49-F238E27FC236}">
                <a16:creationId xmlns:a16="http://schemas.microsoft.com/office/drawing/2014/main" id="{CF0DD282-887E-4E63-A50B-DCF4F7E01ABF}"/>
              </a:ext>
            </a:extLst>
          </p:cNvPr>
          <p:cNvSpPr>
            <a:spLocks xmlns:a="http://schemas.openxmlformats.org/drawingml/2006/main" noGrp="1"/>
          </p:cNvSpPr>
          <p:nvPr/>
        </p:nvSpPr>
        <p:spPr>
          <a:xfrm xmlns:a="http://schemas.openxmlformats.org/drawingml/2006/main">
            <a:off x="590550" y="28956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F3B90B95-61DE-4B25-BE53-4D27CE7D06BA}"/>
              </a:ext>
            </a:extLst>
          </p:cNvPr>
          <p:cNvSpPr>
            <a:spLocks xmlns:a="http://schemas.openxmlformats.org/drawingml/2006/main" noGrp="1"/>
          </p:cNvSpPr>
          <p:nvPr/>
        </p:nvSpPr>
        <p:spPr>
          <a:xfrm xmlns:a="http://schemas.openxmlformats.org/drawingml/2006/main">
            <a:off x="590550" y="2895600"/>
            <a:ext cx="76200" cy="514350"/>
          </a:xfrm>
          <a:prstGeom xmlns:a="http://schemas.openxmlformats.org/drawingml/2006/main" prst="rect">
            <a:avLst/>
          </a:prstGeom>
          <a:solidFill xmlns:a="http://schemas.openxmlformats.org/drawingml/2006/main">
            <a:srgbClr val="E2AD2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320301A-4B99-4840-84AD-C251FBCEF142}"/>
              </a:ext>
            </a:extLst>
          </p:cNvPr>
          <p:cNvSpPr>
            <a:spLocks xmlns:a="http://schemas.openxmlformats.org/drawingml/2006/main" noGrp="1"/>
          </p:cNvSpPr>
          <p:nvPr/>
        </p:nvSpPr>
        <p:spPr>
          <a:xfrm xmlns:a="http://schemas.openxmlformats.org/drawingml/2006/main">
            <a:off x="800100" y="29718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E2AD2B"/>
                </a:solidFill>
                <a:latin typeface="Arial"/>
                <a:ea typeface="Arial"/>
                <a:cs typeface="Arial"/>
              </a:defRPr>
            </a:defPPr>
            <a:lvl1pPr algn="l">
              <a:buNone/>
              <a:defRPr sz="1350" b="1">
                <a:solidFill>
                  <a:srgbClr val="E2AD2B"/>
                </a:solidFill>
                <a:latin typeface="Arial"/>
                <a:ea typeface="Arial"/>
                <a:cs typeface="Arial"/>
              </a:defRPr>
            </a:lvl1pPr>
            <a:lvl2pPr algn="l">
              <a:buNone/>
              <a:defRPr sz="1350" b="1">
                <a:solidFill>
                  <a:srgbClr val="E2AD2B"/>
                </a:solidFill>
                <a:latin typeface="Arial"/>
                <a:ea typeface="Arial"/>
                <a:cs typeface="Arial"/>
              </a:defRPr>
            </a:lvl2pPr>
            <a:lvl3pPr algn="l">
              <a:buNone/>
              <a:defRPr sz="1350" b="1">
                <a:solidFill>
                  <a:srgbClr val="E2AD2B"/>
                </a:solidFill>
                <a:latin typeface="Arial"/>
                <a:ea typeface="Arial"/>
                <a:cs typeface="Arial"/>
              </a:defRPr>
            </a:lvl3pPr>
            <a:lvl4pPr algn="l">
              <a:buNone/>
              <a:defRPr sz="1350" b="1">
                <a:solidFill>
                  <a:srgbClr val="E2AD2B"/>
                </a:solidFill>
                <a:latin typeface="Arial"/>
                <a:ea typeface="Arial"/>
                <a:cs typeface="Arial"/>
              </a:defRPr>
            </a:lvl4pPr>
            <a:lvl5pPr algn="l">
              <a:buNone/>
              <a:defRPr sz="1350" b="1">
                <a:solidFill>
                  <a:srgbClr val="E2AD2B"/>
                </a:solidFill>
                <a:latin typeface="Arial"/>
                <a:ea typeface="Arial"/>
                <a:cs typeface="Arial"/>
              </a:defRPr>
            </a:lvl5pPr>
            <a:lvl6pPr algn="l">
              <a:buNone/>
              <a:defRPr sz="1350" b="1">
                <a:solidFill>
                  <a:srgbClr val="E2AD2B"/>
                </a:solidFill>
                <a:latin typeface="Arial"/>
                <a:ea typeface="Arial"/>
                <a:cs typeface="Arial"/>
              </a:defRPr>
            </a:lvl6pPr>
            <a:lvl7pPr algn="l">
              <a:buNone/>
              <a:defRPr sz="1350" b="1">
                <a:solidFill>
                  <a:srgbClr val="E2AD2B"/>
                </a:solidFill>
                <a:latin typeface="Arial"/>
                <a:ea typeface="Arial"/>
                <a:cs typeface="Arial"/>
              </a:defRPr>
            </a:lvl7pPr>
            <a:lvl8pPr algn="l">
              <a:buNone/>
              <a:defRPr sz="1350" b="1">
                <a:solidFill>
                  <a:srgbClr val="E2AD2B"/>
                </a:solidFill>
                <a:latin typeface="Arial"/>
                <a:ea typeface="Arial"/>
                <a:cs typeface="Arial"/>
              </a:defRPr>
            </a:lvl8pPr>
            <a:lvl9pPr algn="l">
              <a:buNone/>
              <a:defRPr sz="1350" b="1">
                <a:solidFill>
                  <a:srgbClr val="E2AD2B"/>
                </a:solidFill>
                <a:latin typeface="Arial"/>
                <a:ea typeface="Arial"/>
                <a:cs typeface="Arial"/>
              </a:defRPr>
            </a:lvl9pPr>
          </a:lstStyle>
          <a:p xmlns:a="http://schemas.openxmlformats.org/drawingml/2006/main">
            <a:pPr algn="l">
              <a:buNone/>
              <a:defRPr sz="1350" b="1">
                <a:solidFill>
                  <a:srgbClr val="E2AD2B"/>
                </a:solidFill>
                <a:latin typeface="Arial"/>
                <a:ea typeface="Arial"/>
                <a:cs typeface="Arial"/>
              </a:defRPr>
            </a:pPr>
            <a:r>
              <a:rPr sz="1350" b="1">
                <a:solidFill>
                  <a:srgbClr val="E2AD2B"/>
                </a:solidFill>
                <a:latin typeface="Arial"/>
                <a:ea typeface="Arial"/>
                <a:cs typeface="Arial"/>
              </a:rPr>
              <a:t>Annual land cover</a:t>
            </a:r>
          </a:p>
        </p:txBody>
      </p:sp>
      <p:sp>
        <p:nvSpPr>
          <p:cNvPr id="16" name="">
            <a:extLst xmlns:a="http://schemas.openxmlformats.org/drawingml/2006/main">
              <a:ext uri="{FF2B5EF4-FFF2-40B4-BE49-F238E27FC236}">
                <a16:creationId xmlns:a16="http://schemas.microsoft.com/office/drawing/2014/main" id="{4E3B4D2C-0822-4620-BBB9-20D7BB83928E}"/>
              </a:ext>
            </a:extLst>
          </p:cNvPr>
          <p:cNvSpPr>
            <a:spLocks xmlns:a="http://schemas.openxmlformats.org/drawingml/2006/main" noGrp="1"/>
          </p:cNvSpPr>
          <p:nvPr/>
        </p:nvSpPr>
        <p:spPr>
          <a:xfrm xmlns:a="http://schemas.openxmlformats.org/drawingml/2006/main">
            <a:off x="2266950" y="29718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Flags possible growth from 2018 to 2023</a:t>
            </a:r>
          </a:p>
        </p:txBody>
      </p:sp>
      <p:sp>
        <p:nvSpPr>
          <p:cNvPr id="17" name="">
            <a:extLst xmlns:a="http://schemas.openxmlformats.org/drawingml/2006/main">
              <a:ext uri="{FF2B5EF4-FFF2-40B4-BE49-F238E27FC236}">
                <a16:creationId xmlns:a16="http://schemas.microsoft.com/office/drawing/2014/main" id="{59F0C637-DAAD-42A9-BE27-186F4FE98489}"/>
              </a:ext>
            </a:extLst>
          </p:cNvPr>
          <p:cNvSpPr>
            <a:spLocks xmlns:a="http://schemas.openxmlformats.org/drawingml/2006/main" noGrp="1"/>
          </p:cNvSpPr>
          <p:nvPr/>
        </p:nvSpPr>
        <p:spPr>
          <a:xfrm xmlns:a="http://schemas.openxmlformats.org/drawingml/2006/main">
            <a:off x="590550" y="35623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CDF52522-88DC-4E43-8EE3-D8B430A5C506}"/>
              </a:ext>
            </a:extLst>
          </p:cNvPr>
          <p:cNvSpPr>
            <a:spLocks xmlns:a="http://schemas.openxmlformats.org/drawingml/2006/main" noGrp="1"/>
          </p:cNvSpPr>
          <p:nvPr/>
        </p:nvSpPr>
        <p:spPr>
          <a:xfrm xmlns:a="http://schemas.openxmlformats.org/drawingml/2006/main">
            <a:off x="590550" y="3562350"/>
            <a:ext cx="76200" cy="514350"/>
          </a:xfrm>
          <a:prstGeom xmlns:a="http://schemas.openxmlformats.org/drawingml/2006/main" prst="rect">
            <a:avLst/>
          </a:prstGeom>
          <a:solidFill xmlns:a="http://schemas.openxmlformats.org/drawingml/2006/main">
            <a:srgbClr val="F0644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7F504DB-122F-437B-A9F9-FDF315DDF7C2}"/>
              </a:ext>
            </a:extLst>
          </p:cNvPr>
          <p:cNvSpPr>
            <a:spLocks xmlns:a="http://schemas.openxmlformats.org/drawingml/2006/main" noGrp="1"/>
          </p:cNvSpPr>
          <p:nvPr/>
        </p:nvSpPr>
        <p:spPr>
          <a:xfrm xmlns:a="http://schemas.openxmlformats.org/drawingml/2006/main">
            <a:off x="800100" y="36385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F06449"/>
                </a:solidFill>
                <a:latin typeface="Arial"/>
                <a:ea typeface="Arial"/>
                <a:cs typeface="Arial"/>
              </a:defRPr>
            </a:defPPr>
            <a:lvl1pPr algn="l">
              <a:buNone/>
              <a:defRPr sz="1350" b="1">
                <a:solidFill>
                  <a:srgbClr val="F06449"/>
                </a:solidFill>
                <a:latin typeface="Arial"/>
                <a:ea typeface="Arial"/>
                <a:cs typeface="Arial"/>
              </a:defRPr>
            </a:lvl1pPr>
            <a:lvl2pPr algn="l">
              <a:buNone/>
              <a:defRPr sz="1350" b="1">
                <a:solidFill>
                  <a:srgbClr val="F06449"/>
                </a:solidFill>
                <a:latin typeface="Arial"/>
                <a:ea typeface="Arial"/>
                <a:cs typeface="Arial"/>
              </a:defRPr>
            </a:lvl2pPr>
            <a:lvl3pPr algn="l">
              <a:buNone/>
              <a:defRPr sz="1350" b="1">
                <a:solidFill>
                  <a:srgbClr val="F06449"/>
                </a:solidFill>
                <a:latin typeface="Arial"/>
                <a:ea typeface="Arial"/>
                <a:cs typeface="Arial"/>
              </a:defRPr>
            </a:lvl3pPr>
            <a:lvl4pPr algn="l">
              <a:buNone/>
              <a:defRPr sz="1350" b="1">
                <a:solidFill>
                  <a:srgbClr val="F06449"/>
                </a:solidFill>
                <a:latin typeface="Arial"/>
                <a:ea typeface="Arial"/>
                <a:cs typeface="Arial"/>
              </a:defRPr>
            </a:lvl4pPr>
            <a:lvl5pPr algn="l">
              <a:buNone/>
              <a:defRPr sz="1350" b="1">
                <a:solidFill>
                  <a:srgbClr val="F06449"/>
                </a:solidFill>
                <a:latin typeface="Arial"/>
                <a:ea typeface="Arial"/>
                <a:cs typeface="Arial"/>
              </a:defRPr>
            </a:lvl5pPr>
            <a:lvl6pPr algn="l">
              <a:buNone/>
              <a:defRPr sz="1350" b="1">
                <a:solidFill>
                  <a:srgbClr val="F06449"/>
                </a:solidFill>
                <a:latin typeface="Arial"/>
                <a:ea typeface="Arial"/>
                <a:cs typeface="Arial"/>
              </a:defRPr>
            </a:lvl6pPr>
            <a:lvl7pPr algn="l">
              <a:buNone/>
              <a:defRPr sz="1350" b="1">
                <a:solidFill>
                  <a:srgbClr val="F06449"/>
                </a:solidFill>
                <a:latin typeface="Arial"/>
                <a:ea typeface="Arial"/>
                <a:cs typeface="Arial"/>
              </a:defRPr>
            </a:lvl7pPr>
            <a:lvl8pPr algn="l">
              <a:buNone/>
              <a:defRPr sz="1350" b="1">
                <a:solidFill>
                  <a:srgbClr val="F06449"/>
                </a:solidFill>
                <a:latin typeface="Arial"/>
                <a:ea typeface="Arial"/>
                <a:cs typeface="Arial"/>
              </a:defRPr>
            </a:lvl8pPr>
            <a:lvl9pPr algn="l">
              <a:buNone/>
              <a:defRPr sz="1350" b="1">
                <a:solidFill>
                  <a:srgbClr val="F06449"/>
                </a:solidFill>
                <a:latin typeface="Arial"/>
                <a:ea typeface="Arial"/>
                <a:cs typeface="Arial"/>
              </a:defRPr>
            </a:lvl9pPr>
          </a:lstStyle>
          <a:p xmlns:a="http://schemas.openxmlformats.org/drawingml/2006/main">
            <a:pPr algn="l">
              <a:buNone/>
              <a:defRPr sz="1350" b="1">
                <a:solidFill>
                  <a:srgbClr val="F06449"/>
                </a:solidFill>
                <a:latin typeface="Arial"/>
                <a:ea typeface="Arial"/>
                <a:cs typeface="Arial"/>
              </a:defRPr>
            </a:pPr>
            <a:r>
              <a:rPr sz="1350" b="1">
                <a:solidFill>
                  <a:srgbClr val="F06449"/>
                </a:solidFill>
                <a:latin typeface="Arial"/>
                <a:ea typeface="Arial"/>
                <a:cs typeface="Arial"/>
              </a:rPr>
              <a:t>Landsat 8</a:t>
            </a:r>
          </a:p>
        </p:txBody>
      </p:sp>
      <p:sp>
        <p:nvSpPr>
          <p:cNvPr id="20" name="">
            <a:extLst xmlns:a="http://schemas.openxmlformats.org/drawingml/2006/main">
              <a:ext uri="{FF2B5EF4-FFF2-40B4-BE49-F238E27FC236}">
                <a16:creationId xmlns:a16="http://schemas.microsoft.com/office/drawing/2014/main" id="{E4BC7A50-BAE4-49C5-800C-7DA4313E84C8}"/>
              </a:ext>
            </a:extLst>
          </p:cNvPr>
          <p:cNvSpPr>
            <a:spLocks xmlns:a="http://schemas.openxmlformats.org/drawingml/2006/main" noGrp="1"/>
          </p:cNvSpPr>
          <p:nvPr/>
        </p:nvSpPr>
        <p:spPr>
          <a:xfrm xmlns:a="http://schemas.openxmlformats.org/drawingml/2006/main">
            <a:off x="2266950" y="36385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Measures land surface temperature</a:t>
            </a:r>
          </a:p>
        </p:txBody>
      </p:sp>
      <p:sp>
        <p:nvSpPr>
          <p:cNvPr id="21" name="">
            <a:extLst xmlns:a="http://schemas.openxmlformats.org/drawingml/2006/main">
              <a:ext uri="{FF2B5EF4-FFF2-40B4-BE49-F238E27FC236}">
                <a16:creationId xmlns:a16="http://schemas.microsoft.com/office/drawing/2014/main" id="{5DC4EBA4-F3F5-4F85-8C2E-9C5D50D4ED4C}"/>
              </a:ext>
            </a:extLst>
          </p:cNvPr>
          <p:cNvSpPr>
            <a:spLocks xmlns:a="http://schemas.openxmlformats.org/drawingml/2006/main" noGrp="1"/>
          </p:cNvSpPr>
          <p:nvPr/>
        </p:nvSpPr>
        <p:spPr>
          <a:xfrm xmlns:a="http://schemas.openxmlformats.org/drawingml/2006/main">
            <a:off x="590550" y="42291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22" name="">
            <a:extLst xmlns:a="http://schemas.openxmlformats.org/drawingml/2006/main">
              <a:ext uri="{FF2B5EF4-FFF2-40B4-BE49-F238E27FC236}">
                <a16:creationId xmlns:a16="http://schemas.microsoft.com/office/drawing/2014/main" id="{D9B5B77D-1DD3-47A9-B04B-C349FB31EB55}"/>
              </a:ext>
            </a:extLst>
          </p:cNvPr>
          <p:cNvSpPr>
            <a:spLocks xmlns:a="http://schemas.openxmlformats.org/drawingml/2006/main" noGrp="1"/>
          </p:cNvSpPr>
          <p:nvPr/>
        </p:nvSpPr>
        <p:spPr>
          <a:xfrm xmlns:a="http://schemas.openxmlformats.org/drawingml/2006/main">
            <a:off x="590550" y="4229100"/>
            <a:ext cx="76200" cy="514350"/>
          </a:xfrm>
          <a:prstGeom xmlns:a="http://schemas.openxmlformats.org/drawingml/2006/main" prst="rect">
            <a:avLst/>
          </a:prstGeom>
          <a:solidFill xmlns:a="http://schemas.openxmlformats.org/drawingml/2006/main">
            <a:srgbClr val="6D5DD3"/>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26E13BC-9EAA-49C3-B8F9-196C0595B49A}"/>
              </a:ext>
            </a:extLst>
          </p:cNvPr>
          <p:cNvSpPr>
            <a:spLocks xmlns:a="http://schemas.openxmlformats.org/drawingml/2006/main" noGrp="1"/>
          </p:cNvSpPr>
          <p:nvPr/>
        </p:nvSpPr>
        <p:spPr>
          <a:xfrm xmlns:a="http://schemas.openxmlformats.org/drawingml/2006/main">
            <a:off x="800100" y="43053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6D5DD3"/>
                </a:solidFill>
                <a:latin typeface="Arial"/>
                <a:ea typeface="Arial"/>
                <a:cs typeface="Arial"/>
              </a:defRPr>
            </a:defPPr>
            <a:lvl1pPr algn="l">
              <a:buNone/>
              <a:defRPr sz="1350" b="1">
                <a:solidFill>
                  <a:srgbClr val="6D5DD3"/>
                </a:solidFill>
                <a:latin typeface="Arial"/>
                <a:ea typeface="Arial"/>
                <a:cs typeface="Arial"/>
              </a:defRPr>
            </a:lvl1pPr>
            <a:lvl2pPr algn="l">
              <a:buNone/>
              <a:defRPr sz="1350" b="1">
                <a:solidFill>
                  <a:srgbClr val="6D5DD3"/>
                </a:solidFill>
                <a:latin typeface="Arial"/>
                <a:ea typeface="Arial"/>
                <a:cs typeface="Arial"/>
              </a:defRPr>
            </a:lvl2pPr>
            <a:lvl3pPr algn="l">
              <a:buNone/>
              <a:defRPr sz="1350" b="1">
                <a:solidFill>
                  <a:srgbClr val="6D5DD3"/>
                </a:solidFill>
                <a:latin typeface="Arial"/>
                <a:ea typeface="Arial"/>
                <a:cs typeface="Arial"/>
              </a:defRPr>
            </a:lvl3pPr>
            <a:lvl4pPr algn="l">
              <a:buNone/>
              <a:defRPr sz="1350" b="1">
                <a:solidFill>
                  <a:srgbClr val="6D5DD3"/>
                </a:solidFill>
                <a:latin typeface="Arial"/>
                <a:ea typeface="Arial"/>
                <a:cs typeface="Arial"/>
              </a:defRPr>
            </a:lvl4pPr>
            <a:lvl5pPr algn="l">
              <a:buNone/>
              <a:defRPr sz="1350" b="1">
                <a:solidFill>
                  <a:srgbClr val="6D5DD3"/>
                </a:solidFill>
                <a:latin typeface="Arial"/>
                <a:ea typeface="Arial"/>
                <a:cs typeface="Arial"/>
              </a:defRPr>
            </a:lvl5pPr>
            <a:lvl6pPr algn="l">
              <a:buNone/>
              <a:defRPr sz="1350" b="1">
                <a:solidFill>
                  <a:srgbClr val="6D5DD3"/>
                </a:solidFill>
                <a:latin typeface="Arial"/>
                <a:ea typeface="Arial"/>
                <a:cs typeface="Arial"/>
              </a:defRPr>
            </a:lvl6pPr>
            <a:lvl7pPr algn="l">
              <a:buNone/>
              <a:defRPr sz="1350" b="1">
                <a:solidFill>
                  <a:srgbClr val="6D5DD3"/>
                </a:solidFill>
                <a:latin typeface="Arial"/>
                <a:ea typeface="Arial"/>
                <a:cs typeface="Arial"/>
              </a:defRPr>
            </a:lvl7pPr>
            <a:lvl8pPr algn="l">
              <a:buNone/>
              <a:defRPr sz="1350" b="1">
                <a:solidFill>
                  <a:srgbClr val="6D5DD3"/>
                </a:solidFill>
                <a:latin typeface="Arial"/>
                <a:ea typeface="Arial"/>
                <a:cs typeface="Arial"/>
              </a:defRPr>
            </a:lvl8pPr>
            <a:lvl9pPr algn="l">
              <a:buNone/>
              <a:defRPr sz="1350" b="1">
                <a:solidFill>
                  <a:srgbClr val="6D5DD3"/>
                </a:solidFill>
                <a:latin typeface="Arial"/>
                <a:ea typeface="Arial"/>
                <a:cs typeface="Arial"/>
              </a:defRPr>
            </a:lvl9pPr>
          </a:lstStyle>
          <a:p xmlns:a="http://schemas.openxmlformats.org/drawingml/2006/main">
            <a:pPr algn="l">
              <a:buNone/>
              <a:defRPr sz="1350" b="1">
                <a:solidFill>
                  <a:srgbClr val="6D5DD3"/>
                </a:solidFill>
                <a:latin typeface="Arial"/>
                <a:ea typeface="Arial"/>
                <a:cs typeface="Arial"/>
              </a:defRPr>
            </a:pPr>
            <a:r>
              <a:rPr sz="1350" b="1">
                <a:solidFill>
                  <a:srgbClr val="6D5DD3"/>
                </a:solidFill>
                <a:latin typeface="Arial"/>
                <a:ea typeface="Arial"/>
                <a:cs typeface="Arial"/>
              </a:rPr>
              <a:t>WorldPop</a:t>
            </a:r>
          </a:p>
        </p:txBody>
      </p:sp>
      <p:sp>
        <p:nvSpPr>
          <p:cNvPr id="24" name="">
            <a:extLst xmlns:a="http://schemas.openxmlformats.org/drawingml/2006/main">
              <a:ext uri="{FF2B5EF4-FFF2-40B4-BE49-F238E27FC236}">
                <a16:creationId xmlns:a16="http://schemas.microsoft.com/office/drawing/2014/main" id="{1D9CFD79-F9A5-4991-B4D0-A034A7B907F9}"/>
              </a:ext>
            </a:extLst>
          </p:cNvPr>
          <p:cNvSpPr>
            <a:spLocks xmlns:a="http://schemas.openxmlformats.org/drawingml/2006/main" noGrp="1"/>
          </p:cNvSpPr>
          <p:nvPr/>
        </p:nvSpPr>
        <p:spPr>
          <a:xfrm xmlns:a="http://schemas.openxmlformats.org/drawingml/2006/main">
            <a:off x="2266950" y="43053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Estimates where people live</a:t>
            </a:r>
          </a:p>
        </p:txBody>
      </p:sp>
      <p:sp>
        <p:nvSpPr>
          <p:cNvPr id="25" name="">
            <a:extLst xmlns:a="http://schemas.openxmlformats.org/drawingml/2006/main">
              <a:ext uri="{FF2B5EF4-FFF2-40B4-BE49-F238E27FC236}">
                <a16:creationId xmlns:a16="http://schemas.microsoft.com/office/drawing/2014/main" id="{9BB483BB-93FE-442C-B9CE-F4F6AFB2D713}"/>
              </a:ext>
            </a:extLst>
          </p:cNvPr>
          <p:cNvSpPr>
            <a:spLocks xmlns:a="http://schemas.openxmlformats.org/drawingml/2006/main" noGrp="1"/>
          </p:cNvSpPr>
          <p:nvPr/>
        </p:nvSpPr>
        <p:spPr>
          <a:xfrm xmlns:a="http://schemas.openxmlformats.org/drawingml/2006/main">
            <a:off x="590550" y="48958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26" name="">
            <a:extLst xmlns:a="http://schemas.openxmlformats.org/drawingml/2006/main">
              <a:ext uri="{FF2B5EF4-FFF2-40B4-BE49-F238E27FC236}">
                <a16:creationId xmlns:a16="http://schemas.microsoft.com/office/drawing/2014/main" id="{4F1AE3EC-A07E-408C-BC2A-654AB68CACDD}"/>
              </a:ext>
            </a:extLst>
          </p:cNvPr>
          <p:cNvSpPr>
            <a:spLocks xmlns:a="http://schemas.openxmlformats.org/drawingml/2006/main" noGrp="1"/>
          </p:cNvSpPr>
          <p:nvPr/>
        </p:nvSpPr>
        <p:spPr>
          <a:xfrm xmlns:a="http://schemas.openxmlformats.org/drawingml/2006/main">
            <a:off x="590550" y="4895850"/>
            <a:ext cx="76200" cy="514350"/>
          </a:xfrm>
          <a:prstGeom xmlns:a="http://schemas.openxmlformats.org/drawingml/2006/main" prst="rect">
            <a:avLst/>
          </a:prstGeom>
          <a:solidFill xmlns:a="http://schemas.openxmlformats.org/drawingml/2006/main">
            <a:srgbClr val="D9678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7B95DEB-CF73-4BF3-ACA2-420F938D2BB0}"/>
              </a:ext>
            </a:extLst>
          </p:cNvPr>
          <p:cNvSpPr>
            <a:spLocks xmlns:a="http://schemas.openxmlformats.org/drawingml/2006/main" noGrp="1"/>
          </p:cNvSpPr>
          <p:nvPr/>
        </p:nvSpPr>
        <p:spPr>
          <a:xfrm xmlns:a="http://schemas.openxmlformats.org/drawingml/2006/main">
            <a:off x="800100" y="49720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D96787"/>
                </a:solidFill>
                <a:latin typeface="Arial"/>
                <a:ea typeface="Arial"/>
                <a:cs typeface="Arial"/>
              </a:defRPr>
            </a:defPPr>
            <a:lvl1pPr algn="l">
              <a:buNone/>
              <a:defRPr sz="1350" b="1">
                <a:solidFill>
                  <a:srgbClr val="D96787"/>
                </a:solidFill>
                <a:latin typeface="Arial"/>
                <a:ea typeface="Arial"/>
                <a:cs typeface="Arial"/>
              </a:defRPr>
            </a:lvl1pPr>
            <a:lvl2pPr algn="l">
              <a:buNone/>
              <a:defRPr sz="1350" b="1">
                <a:solidFill>
                  <a:srgbClr val="D96787"/>
                </a:solidFill>
                <a:latin typeface="Arial"/>
                <a:ea typeface="Arial"/>
                <a:cs typeface="Arial"/>
              </a:defRPr>
            </a:lvl2pPr>
            <a:lvl3pPr algn="l">
              <a:buNone/>
              <a:defRPr sz="1350" b="1">
                <a:solidFill>
                  <a:srgbClr val="D96787"/>
                </a:solidFill>
                <a:latin typeface="Arial"/>
                <a:ea typeface="Arial"/>
                <a:cs typeface="Arial"/>
              </a:defRPr>
            </a:lvl3pPr>
            <a:lvl4pPr algn="l">
              <a:buNone/>
              <a:defRPr sz="1350" b="1">
                <a:solidFill>
                  <a:srgbClr val="D96787"/>
                </a:solidFill>
                <a:latin typeface="Arial"/>
                <a:ea typeface="Arial"/>
                <a:cs typeface="Arial"/>
              </a:defRPr>
            </a:lvl4pPr>
            <a:lvl5pPr algn="l">
              <a:buNone/>
              <a:defRPr sz="1350" b="1">
                <a:solidFill>
                  <a:srgbClr val="D96787"/>
                </a:solidFill>
                <a:latin typeface="Arial"/>
                <a:ea typeface="Arial"/>
                <a:cs typeface="Arial"/>
              </a:defRPr>
            </a:lvl5pPr>
            <a:lvl6pPr algn="l">
              <a:buNone/>
              <a:defRPr sz="1350" b="1">
                <a:solidFill>
                  <a:srgbClr val="D96787"/>
                </a:solidFill>
                <a:latin typeface="Arial"/>
                <a:ea typeface="Arial"/>
                <a:cs typeface="Arial"/>
              </a:defRPr>
            </a:lvl6pPr>
            <a:lvl7pPr algn="l">
              <a:buNone/>
              <a:defRPr sz="1350" b="1">
                <a:solidFill>
                  <a:srgbClr val="D96787"/>
                </a:solidFill>
                <a:latin typeface="Arial"/>
                <a:ea typeface="Arial"/>
                <a:cs typeface="Arial"/>
              </a:defRPr>
            </a:lvl7pPr>
            <a:lvl8pPr algn="l">
              <a:buNone/>
              <a:defRPr sz="1350" b="1">
                <a:solidFill>
                  <a:srgbClr val="D96787"/>
                </a:solidFill>
                <a:latin typeface="Arial"/>
                <a:ea typeface="Arial"/>
                <a:cs typeface="Arial"/>
              </a:defRPr>
            </a:lvl8pPr>
            <a:lvl9pPr algn="l">
              <a:buNone/>
              <a:defRPr sz="1350" b="1">
                <a:solidFill>
                  <a:srgbClr val="D96787"/>
                </a:solidFill>
                <a:latin typeface="Arial"/>
                <a:ea typeface="Arial"/>
                <a:cs typeface="Arial"/>
              </a:defRPr>
            </a:lvl9pPr>
          </a:lstStyle>
          <a:p xmlns:a="http://schemas.openxmlformats.org/drawingml/2006/main">
            <a:pPr algn="l">
              <a:buNone/>
              <a:defRPr sz="1350" b="1">
                <a:solidFill>
                  <a:srgbClr val="D96787"/>
                </a:solidFill>
                <a:latin typeface="Arial"/>
                <a:ea typeface="Arial"/>
                <a:cs typeface="Arial"/>
              </a:defRPr>
            </a:pPr>
            <a:r>
              <a:rPr sz="1350" b="1">
                <a:solidFill>
                  <a:srgbClr val="D96787"/>
                </a:solidFill>
                <a:latin typeface="Arial"/>
                <a:ea typeface="Arial"/>
                <a:cs typeface="Arial"/>
              </a:rPr>
              <a:t>Planet Tanager</a:t>
            </a:r>
          </a:p>
        </p:txBody>
      </p:sp>
      <p:sp>
        <p:nvSpPr>
          <p:cNvPr id="28" name="">
            <a:extLst xmlns:a="http://schemas.openxmlformats.org/drawingml/2006/main">
              <a:ext uri="{FF2B5EF4-FFF2-40B4-BE49-F238E27FC236}">
                <a16:creationId xmlns:a16="http://schemas.microsoft.com/office/drawing/2014/main" id="{3EDC8CDD-A56A-4365-B397-8584C33329EB}"/>
              </a:ext>
            </a:extLst>
          </p:cNvPr>
          <p:cNvSpPr>
            <a:spLocks xmlns:a="http://schemas.openxmlformats.org/drawingml/2006/main" noGrp="1"/>
          </p:cNvSpPr>
          <p:nvPr/>
        </p:nvSpPr>
        <p:spPr>
          <a:xfrm xmlns:a="http://schemas.openxmlformats.org/drawingml/2006/main">
            <a:off x="2266950" y="49720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Tests a desert classification problem</a:t>
            </a:r>
          </a:p>
        </p:txBody>
      </p:sp>
      <p:pic>
        <p:nvPicPr>
          <p:cNvPr id="29" name="">
            <a:extLst xmlns:a="http://schemas.openxmlformats.org/drawingml/2006/main">
              <a:ext uri="{FF2B5EF4-FFF2-40B4-BE49-F238E27FC236}">
                <a16:creationId xmlns:a16="http://schemas.microsoft.com/office/drawing/2014/main" id="{43F865FF-EB68-4517-A12E-9E9F188C5924}"/>
              </a:ext>
            </a:extLst>
          </p:cNvPr>
          <p:cNvPicPr>
            <a:picLocks xmlns:a="http://schemas.openxmlformats.org/drawingml/2006/main" noChangeAspect="1"/>
          </p:cNvPicPr>
          <p:nvPr/>
        </p:nvPicPr>
        <p:blipFill>
          <a:blip xmlns:r="http://schemas.openxmlformats.org/officeDocument/2006/relationships" xmlns:a="http://schemas.openxmlformats.org/drawingml/2006/main" r:embed="R428c0963e809478b"/>
          <a:stretch xmlns:a="http://schemas.openxmlformats.org/drawingml/2006/main"/>
        </p:blipFill>
        <p:spPr>
          <a:xfrm xmlns:a="http://schemas.openxmlformats.org/drawingml/2006/main">
            <a:off x="6527807" y="1562100"/>
            <a:ext cx="4451336" cy="4038600"/>
          </a:xfrm>
          <a:prstGeom xmlns:a="http://schemas.openxmlformats.org/drawingml/2006/main" prst="roundRect">
            <a:avLst>
              <a:gd name="adj" fmla="val 2358"/>
            </a:avLst>
          </a:prstGeom>
        </p:spPr>
      </p:pic>
      <p:sp>
        <p:nvSpPr>
          <p:cNvPr id="30" name="">
            <a:extLst xmlns:a="http://schemas.openxmlformats.org/drawingml/2006/main">
              <a:ext uri="{FF2B5EF4-FFF2-40B4-BE49-F238E27FC236}">
                <a16:creationId xmlns:a16="http://schemas.microsoft.com/office/drawing/2014/main" id="{C8D1CAA3-D3D5-41FD-906F-406BB656771C}"/>
              </a:ext>
            </a:extLst>
          </p:cNvPr>
          <p:cNvSpPr>
            <a:spLocks xmlns:a="http://schemas.openxmlformats.org/drawingml/2006/main" noGrp="1"/>
          </p:cNvSpPr>
          <p:nvPr/>
        </p:nvSpPr>
        <p:spPr>
          <a:xfrm xmlns:a="http://schemas.openxmlformats.org/drawingml/2006/main">
            <a:off x="5905500" y="5715000"/>
            <a:ext cx="5695950" cy="514350"/>
          </a:xfrm>
          <a:prstGeom xmlns:a="http://schemas.openxmlformats.org/drawingml/2006/main" prst="roundRect">
            <a:avLst>
              <a:gd name="adj" fmla="val 18519"/>
            </a:avLst>
          </a:prstGeom>
          <a:solidFill xmlns:a="http://schemas.openxmlformats.org/drawingml/2006/main">
            <a:srgbClr val="113646"/>
          </a:solidFill>
          <a:ln xmlns:a="http://schemas.openxmlformats.org/drawingml/2006/main" w="9525">
            <a:solidFill>
              <a:srgbClr val="31505F"/>
            </a:solidFill>
            <a:prstDash val="solid"/>
          </a:ln>
        </p:spPr>
      </p:sp>
      <p:sp>
        <p:nvSpPr>
          <p:cNvPr id="31" name="">
            <a:extLst xmlns:a="http://schemas.openxmlformats.org/drawingml/2006/main">
              <a:ext uri="{FF2B5EF4-FFF2-40B4-BE49-F238E27FC236}">
                <a16:creationId xmlns:a16="http://schemas.microsoft.com/office/drawing/2014/main" id="{EECFC289-CEF2-490B-A433-52CD6C7BBAA8}"/>
              </a:ext>
            </a:extLst>
          </p:cNvPr>
          <p:cNvSpPr>
            <a:spLocks xmlns:a="http://schemas.openxmlformats.org/drawingml/2006/main" noGrp="1"/>
          </p:cNvSpPr>
          <p:nvPr/>
        </p:nvSpPr>
        <p:spPr>
          <a:xfrm xmlns:a="http://schemas.openxmlformats.org/drawingml/2006/main">
            <a:off x="6115050" y="5772150"/>
            <a:ext cx="5276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F3F6F2"/>
                </a:solidFill>
                <a:latin typeface="Arial"/>
                <a:ea typeface="Arial"/>
                <a:cs typeface="Arial"/>
              </a:defRPr>
            </a:defPPr>
            <a:lvl1pPr algn="l">
              <a:buNone/>
              <a:defRPr sz="1050" b="1">
                <a:solidFill>
                  <a:srgbClr val="F3F6F2"/>
                </a:solidFill>
                <a:latin typeface="Arial"/>
                <a:ea typeface="Arial"/>
                <a:cs typeface="Arial"/>
              </a:defRPr>
            </a:lvl1pPr>
            <a:lvl2pPr algn="l">
              <a:buNone/>
              <a:defRPr sz="1050" b="1">
                <a:solidFill>
                  <a:srgbClr val="F3F6F2"/>
                </a:solidFill>
                <a:latin typeface="Arial"/>
                <a:ea typeface="Arial"/>
                <a:cs typeface="Arial"/>
              </a:defRPr>
            </a:lvl2pPr>
            <a:lvl3pPr algn="l">
              <a:buNone/>
              <a:defRPr sz="1050" b="1">
                <a:solidFill>
                  <a:srgbClr val="F3F6F2"/>
                </a:solidFill>
                <a:latin typeface="Arial"/>
                <a:ea typeface="Arial"/>
                <a:cs typeface="Arial"/>
              </a:defRPr>
            </a:lvl3pPr>
            <a:lvl4pPr algn="l">
              <a:buNone/>
              <a:defRPr sz="1050" b="1">
                <a:solidFill>
                  <a:srgbClr val="F3F6F2"/>
                </a:solidFill>
                <a:latin typeface="Arial"/>
                <a:ea typeface="Arial"/>
                <a:cs typeface="Arial"/>
              </a:defRPr>
            </a:lvl4pPr>
            <a:lvl5pPr algn="l">
              <a:buNone/>
              <a:defRPr sz="1050" b="1">
                <a:solidFill>
                  <a:srgbClr val="F3F6F2"/>
                </a:solidFill>
                <a:latin typeface="Arial"/>
                <a:ea typeface="Arial"/>
                <a:cs typeface="Arial"/>
              </a:defRPr>
            </a:lvl5pPr>
            <a:lvl6pPr algn="l">
              <a:buNone/>
              <a:defRPr sz="1050" b="1">
                <a:solidFill>
                  <a:srgbClr val="F3F6F2"/>
                </a:solidFill>
                <a:latin typeface="Arial"/>
                <a:ea typeface="Arial"/>
                <a:cs typeface="Arial"/>
              </a:defRPr>
            </a:lvl6pPr>
            <a:lvl7pPr algn="l">
              <a:buNone/>
              <a:defRPr sz="1050" b="1">
                <a:solidFill>
                  <a:srgbClr val="F3F6F2"/>
                </a:solidFill>
                <a:latin typeface="Arial"/>
                <a:ea typeface="Arial"/>
                <a:cs typeface="Arial"/>
              </a:defRPr>
            </a:lvl7pPr>
            <a:lvl8pPr algn="l">
              <a:buNone/>
              <a:defRPr sz="1050" b="1">
                <a:solidFill>
                  <a:srgbClr val="F3F6F2"/>
                </a:solidFill>
                <a:latin typeface="Arial"/>
                <a:ea typeface="Arial"/>
                <a:cs typeface="Arial"/>
              </a:defRPr>
            </a:lvl8pPr>
            <a:lvl9pPr algn="l">
              <a:buNone/>
              <a:defRPr sz="1050" b="1">
                <a:solidFill>
                  <a:srgbClr val="F3F6F2"/>
                </a:solidFill>
                <a:latin typeface="Arial"/>
                <a:ea typeface="Arial"/>
                <a:cs typeface="Arial"/>
              </a:defRPr>
            </a:lvl9pPr>
          </a:lstStyle>
          <a:p xmlns:a="http://schemas.openxmlformats.org/drawingml/2006/main">
            <a:pPr algn="l">
              <a:buNone/>
              <a:defRPr sz="1050" b="1">
                <a:solidFill>
                  <a:srgbClr val="F3F6F2"/>
                </a:solidFill>
                <a:latin typeface="Arial"/>
                <a:ea typeface="Arial"/>
                <a:cs typeface="Arial"/>
              </a:defRPr>
            </a:pPr>
            <a:r>
              <a:rPr sz="1050" b="1">
                <a:solidFill>
                  <a:srgbClr val="F3F6F2"/>
                </a:solidFill>
                <a:latin typeface="Arial"/>
                <a:ea typeface="Arial"/>
                <a:cs typeface="Arial"/>
              </a:rPr>
              <a:t>Annual maps find possible growth. Optical and radar data check it. Heat, population and vegetation complete the score.</a:t>
            </a:r>
          </a:p>
        </p:txBody>
      </p:sp>
    </p:spTree>
    <p:extLst>
      <p:ext uri="{BB962C8B-B14F-4D97-AF65-F5344CB8AC3E}">
        <p14:creationId xmlns:p14="http://schemas.microsoft.com/office/powerpoint/2010/main" val="1626140486"/>
      </p:ext>
    </p:extLst>
  </p:cSld>
</p:sld>
</file>

<file path=ppt/slides/slide6.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7A84D2F-26D1-4231-AA87-63C6D6355798}"/>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VALIDATION EVIDENCE</a:t>
            </a:r>
          </a:p>
        </p:txBody>
      </p:sp>
      <p:sp>
        <p:nvSpPr>
          <p:cNvPr id="2" name="">
            <a:extLst xmlns:a="http://schemas.openxmlformats.org/drawingml/2006/main">
              <a:ext uri="{FF2B5EF4-FFF2-40B4-BE49-F238E27FC236}">
                <a16:creationId xmlns:a16="http://schemas.microsoft.com/office/drawing/2014/main" id="{8F6D0951-B3B2-4534-8A12-1CC7C57EA1BF}"/>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How well the model matched the reference</a:t>
            </a:r>
          </a:p>
        </p:txBody>
      </p:sp>
      <p:sp>
        <p:nvSpPr>
          <p:cNvPr id="3" name="">
            <a:extLst xmlns:a="http://schemas.openxmlformats.org/drawingml/2006/main">
              <a:ext uri="{FF2B5EF4-FFF2-40B4-BE49-F238E27FC236}">
                <a16:creationId xmlns:a16="http://schemas.microsoft.com/office/drawing/2014/main" id="{1020BED9-8E4E-4B7F-B19D-C5EDCD00231B}"/>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E1465013-EAC2-4FE9-811F-A3DCD42F22D6}"/>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C1A2895B-111A-467F-BBF9-4B5B2BBB34DF}"/>
              </a:ext>
            </a:extLst>
          </p:cNvPr>
          <p:cNvSpPr>
            <a:spLocks xmlns:a="http://schemas.openxmlformats.org/drawingml/2006/main" noGrp="1"/>
          </p:cNvSpPr>
          <p:nvPr/>
        </p:nvSpPr>
        <p:spPr>
          <a:xfrm xmlns:a="http://schemas.openxmlformats.org/drawingml/2006/main">
            <a:off x="590550" y="1504950"/>
            <a:ext cx="17907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CBD0535E-73D3-40CC-813B-62C0BD2CC498}"/>
              </a:ext>
            </a:extLst>
          </p:cNvPr>
          <p:cNvSpPr>
            <a:spLocks xmlns:a="http://schemas.openxmlformats.org/drawingml/2006/main" noGrp="1"/>
          </p:cNvSpPr>
          <p:nvPr/>
        </p:nvSpPr>
        <p:spPr>
          <a:xfrm xmlns:a="http://schemas.openxmlformats.org/drawingml/2006/main">
            <a:off x="762000" y="1619250"/>
            <a:ext cx="144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vl1pPr algn="l">
              <a:buNone/>
              <a:defRPr sz="2550" b="1">
                <a:solidFill>
                  <a:srgbClr val="1AA58F"/>
                </a:solidFill>
                <a:latin typeface="Arial"/>
                <a:ea typeface="Arial"/>
                <a:cs typeface="Arial"/>
              </a:defRPr>
            </a:lvl1pPr>
            <a:lvl2pPr algn="l">
              <a:buNone/>
              <a:defRPr sz="2550" b="1">
                <a:solidFill>
                  <a:srgbClr val="1AA58F"/>
                </a:solidFill>
                <a:latin typeface="Arial"/>
                <a:ea typeface="Arial"/>
                <a:cs typeface="Arial"/>
              </a:defRPr>
            </a:lvl2pPr>
            <a:lvl3pPr algn="l">
              <a:buNone/>
              <a:defRPr sz="2550" b="1">
                <a:solidFill>
                  <a:srgbClr val="1AA58F"/>
                </a:solidFill>
                <a:latin typeface="Arial"/>
                <a:ea typeface="Arial"/>
                <a:cs typeface="Arial"/>
              </a:defRPr>
            </a:lvl3pPr>
            <a:lvl4pPr algn="l">
              <a:buNone/>
              <a:defRPr sz="2550" b="1">
                <a:solidFill>
                  <a:srgbClr val="1AA58F"/>
                </a:solidFill>
                <a:latin typeface="Arial"/>
                <a:ea typeface="Arial"/>
                <a:cs typeface="Arial"/>
              </a:defRPr>
            </a:lvl4pPr>
            <a:lvl5pPr algn="l">
              <a:buNone/>
              <a:defRPr sz="2550" b="1">
                <a:solidFill>
                  <a:srgbClr val="1AA58F"/>
                </a:solidFill>
                <a:latin typeface="Arial"/>
                <a:ea typeface="Arial"/>
                <a:cs typeface="Arial"/>
              </a:defRPr>
            </a:lvl5pPr>
            <a:lvl6pPr algn="l">
              <a:buNone/>
              <a:defRPr sz="2550" b="1">
                <a:solidFill>
                  <a:srgbClr val="1AA58F"/>
                </a:solidFill>
                <a:latin typeface="Arial"/>
                <a:ea typeface="Arial"/>
                <a:cs typeface="Arial"/>
              </a:defRPr>
            </a:lvl6pPr>
            <a:lvl7pPr algn="l">
              <a:buNone/>
              <a:defRPr sz="2550" b="1">
                <a:solidFill>
                  <a:srgbClr val="1AA58F"/>
                </a:solidFill>
                <a:latin typeface="Arial"/>
                <a:ea typeface="Arial"/>
                <a:cs typeface="Arial"/>
              </a:defRPr>
            </a:lvl7pPr>
            <a:lvl8pPr algn="l">
              <a:buNone/>
              <a:defRPr sz="2550" b="1">
                <a:solidFill>
                  <a:srgbClr val="1AA58F"/>
                </a:solidFill>
                <a:latin typeface="Arial"/>
                <a:ea typeface="Arial"/>
                <a:cs typeface="Arial"/>
              </a:defRPr>
            </a:lvl8pPr>
            <a:lvl9pPr algn="l">
              <a:buNone/>
              <a:defRPr sz="2550" b="1">
                <a:solidFill>
                  <a:srgbClr val="1AA58F"/>
                </a:solidFill>
                <a:latin typeface="Arial"/>
                <a:ea typeface="Arial"/>
                <a:cs typeface="Arial"/>
              </a:defRPr>
            </a:lvl9pPr>
          </a:lstStyle>
          <a:p xmlns:a="http://schemas.openxmlformats.org/drawingml/2006/main">
            <a:pPr algn="l">
              <a:buNone/>
              <a:defRPr sz="2550" b="1">
                <a:solidFill>
                  <a:srgbClr val="1AA58F"/>
                </a:solidFill>
                <a:latin typeface="Arial"/>
                <a:ea typeface="Arial"/>
                <a:cs typeface="Arial"/>
              </a:defRPr>
            </a:pPr>
            <a:r>
              <a:rPr sz="2550" b="1">
                <a:solidFill>
                  <a:srgbClr val="1AA58F"/>
                </a:solidFill>
                <a:latin typeface="Arial"/>
                <a:ea typeface="Arial"/>
                <a:cs typeface="Arial"/>
              </a:rPr>
              <a:t>0.88</a:t>
            </a:r>
          </a:p>
        </p:txBody>
      </p:sp>
      <p:sp>
        <p:nvSpPr>
          <p:cNvPr id="7" name="">
            <a:extLst xmlns:a="http://schemas.openxmlformats.org/drawingml/2006/main">
              <a:ext uri="{FF2B5EF4-FFF2-40B4-BE49-F238E27FC236}">
                <a16:creationId xmlns:a16="http://schemas.microsoft.com/office/drawing/2014/main" id="{C398429F-75DF-4862-A396-AF1E476E0759}"/>
              </a:ext>
            </a:extLst>
          </p:cNvPr>
          <p:cNvSpPr>
            <a:spLocks xmlns:a="http://schemas.openxmlformats.org/drawingml/2006/main" noGrp="1"/>
          </p:cNvSpPr>
          <p:nvPr/>
        </p:nvSpPr>
        <p:spPr>
          <a:xfrm xmlns:a="http://schemas.openxmlformats.org/drawingml/2006/main">
            <a:off x="762000" y="2133600"/>
            <a:ext cx="144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F1 AGREEMENT</a:t>
            </a:r>
          </a:p>
        </p:txBody>
      </p:sp>
      <p:sp>
        <p:nvSpPr>
          <p:cNvPr id="8" name="">
            <a:extLst xmlns:a="http://schemas.openxmlformats.org/drawingml/2006/main">
              <a:ext uri="{FF2B5EF4-FFF2-40B4-BE49-F238E27FC236}">
                <a16:creationId xmlns:a16="http://schemas.microsoft.com/office/drawing/2014/main" id="{E25D8105-1190-402B-A4D7-DA3BC803BCD8}"/>
              </a:ext>
            </a:extLst>
          </p:cNvPr>
          <p:cNvSpPr>
            <a:spLocks xmlns:a="http://schemas.openxmlformats.org/drawingml/2006/main" noGrp="1"/>
          </p:cNvSpPr>
          <p:nvPr/>
        </p:nvSpPr>
        <p:spPr>
          <a:xfrm xmlns:a="http://schemas.openxmlformats.org/drawingml/2006/main">
            <a:off x="2514600" y="1504950"/>
            <a:ext cx="2095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9" name="">
            <a:extLst xmlns:a="http://schemas.openxmlformats.org/drawingml/2006/main">
              <a:ext uri="{FF2B5EF4-FFF2-40B4-BE49-F238E27FC236}">
                <a16:creationId xmlns:a16="http://schemas.microsoft.com/office/drawing/2014/main" id="{77765BA8-DD76-415B-908C-50C0C0B78456}"/>
              </a:ext>
            </a:extLst>
          </p:cNvPr>
          <p:cNvSpPr>
            <a:spLocks xmlns:a="http://schemas.openxmlformats.org/drawingml/2006/main" noGrp="1"/>
          </p:cNvSpPr>
          <p:nvPr/>
        </p:nvSpPr>
        <p:spPr>
          <a:xfrm xmlns:a="http://schemas.openxmlformats.org/drawingml/2006/main">
            <a:off x="2686050" y="16192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6D5DD3"/>
                </a:solidFill>
                <a:latin typeface="Arial"/>
                <a:ea typeface="Arial"/>
                <a:cs typeface="Arial"/>
              </a:defRPr>
            </a:defPPr>
            <a:lvl1pPr algn="l">
              <a:buNone/>
              <a:defRPr sz="2550" b="1">
                <a:solidFill>
                  <a:srgbClr val="6D5DD3"/>
                </a:solidFill>
                <a:latin typeface="Arial"/>
                <a:ea typeface="Arial"/>
                <a:cs typeface="Arial"/>
              </a:defRPr>
            </a:lvl1pPr>
            <a:lvl2pPr algn="l">
              <a:buNone/>
              <a:defRPr sz="2550" b="1">
                <a:solidFill>
                  <a:srgbClr val="6D5DD3"/>
                </a:solidFill>
                <a:latin typeface="Arial"/>
                <a:ea typeface="Arial"/>
                <a:cs typeface="Arial"/>
              </a:defRPr>
            </a:lvl2pPr>
            <a:lvl3pPr algn="l">
              <a:buNone/>
              <a:defRPr sz="2550" b="1">
                <a:solidFill>
                  <a:srgbClr val="6D5DD3"/>
                </a:solidFill>
                <a:latin typeface="Arial"/>
                <a:ea typeface="Arial"/>
                <a:cs typeface="Arial"/>
              </a:defRPr>
            </a:lvl3pPr>
            <a:lvl4pPr algn="l">
              <a:buNone/>
              <a:defRPr sz="2550" b="1">
                <a:solidFill>
                  <a:srgbClr val="6D5DD3"/>
                </a:solidFill>
                <a:latin typeface="Arial"/>
                <a:ea typeface="Arial"/>
                <a:cs typeface="Arial"/>
              </a:defRPr>
            </a:lvl4pPr>
            <a:lvl5pPr algn="l">
              <a:buNone/>
              <a:defRPr sz="2550" b="1">
                <a:solidFill>
                  <a:srgbClr val="6D5DD3"/>
                </a:solidFill>
                <a:latin typeface="Arial"/>
                <a:ea typeface="Arial"/>
                <a:cs typeface="Arial"/>
              </a:defRPr>
            </a:lvl5pPr>
            <a:lvl6pPr algn="l">
              <a:buNone/>
              <a:defRPr sz="2550" b="1">
                <a:solidFill>
                  <a:srgbClr val="6D5DD3"/>
                </a:solidFill>
                <a:latin typeface="Arial"/>
                <a:ea typeface="Arial"/>
                <a:cs typeface="Arial"/>
              </a:defRPr>
            </a:lvl6pPr>
            <a:lvl7pPr algn="l">
              <a:buNone/>
              <a:defRPr sz="2550" b="1">
                <a:solidFill>
                  <a:srgbClr val="6D5DD3"/>
                </a:solidFill>
                <a:latin typeface="Arial"/>
                <a:ea typeface="Arial"/>
                <a:cs typeface="Arial"/>
              </a:defRPr>
            </a:lvl7pPr>
            <a:lvl8pPr algn="l">
              <a:buNone/>
              <a:defRPr sz="2550" b="1">
                <a:solidFill>
                  <a:srgbClr val="6D5DD3"/>
                </a:solidFill>
                <a:latin typeface="Arial"/>
                <a:ea typeface="Arial"/>
                <a:cs typeface="Arial"/>
              </a:defRPr>
            </a:lvl8pPr>
            <a:lvl9pPr algn="l">
              <a:buNone/>
              <a:defRPr sz="2550" b="1">
                <a:solidFill>
                  <a:srgbClr val="6D5DD3"/>
                </a:solidFill>
                <a:latin typeface="Arial"/>
                <a:ea typeface="Arial"/>
                <a:cs typeface="Arial"/>
              </a:defRPr>
            </a:lvl9pPr>
          </a:lstStyle>
          <a:p xmlns:a="http://schemas.openxmlformats.org/drawingml/2006/main">
            <a:pPr algn="l">
              <a:buNone/>
              <a:defRPr sz="2550" b="1">
                <a:solidFill>
                  <a:srgbClr val="6D5DD3"/>
                </a:solidFill>
                <a:latin typeface="Arial"/>
                <a:ea typeface="Arial"/>
                <a:cs typeface="Arial"/>
              </a:defRPr>
            </a:pPr>
            <a:r>
              <a:rPr sz="2550" b="1">
                <a:solidFill>
                  <a:srgbClr val="6D5DD3"/>
                </a:solidFill>
                <a:latin typeface="Arial"/>
                <a:ea typeface="Arial"/>
                <a:cs typeface="Arial"/>
              </a:rPr>
              <a:t>0.78</a:t>
            </a:r>
          </a:p>
        </p:txBody>
      </p:sp>
      <p:sp>
        <p:nvSpPr>
          <p:cNvPr id="10" name="">
            <a:extLst xmlns:a="http://schemas.openxmlformats.org/drawingml/2006/main">
              <a:ext uri="{FF2B5EF4-FFF2-40B4-BE49-F238E27FC236}">
                <a16:creationId xmlns:a16="http://schemas.microsoft.com/office/drawing/2014/main" id="{E80FD1CD-071B-4410-8333-41BB620456A1}"/>
              </a:ext>
            </a:extLst>
          </p:cNvPr>
          <p:cNvSpPr>
            <a:spLocks xmlns:a="http://schemas.openxmlformats.org/drawingml/2006/main" noGrp="1"/>
          </p:cNvSpPr>
          <p:nvPr/>
        </p:nvSpPr>
        <p:spPr>
          <a:xfrm xmlns:a="http://schemas.openxmlformats.org/drawingml/2006/main">
            <a:off x="2686050" y="21336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INTERSECTION OVER UNION</a:t>
            </a:r>
          </a:p>
        </p:txBody>
      </p:sp>
      <p:sp>
        <p:nvSpPr>
          <p:cNvPr id="11" name="">
            <a:extLst xmlns:a="http://schemas.openxmlformats.org/drawingml/2006/main">
              <a:ext uri="{FF2B5EF4-FFF2-40B4-BE49-F238E27FC236}">
                <a16:creationId xmlns:a16="http://schemas.microsoft.com/office/drawing/2014/main" id="{B881E1D3-04E1-4E60-8B1B-A21CBEC511A3}"/>
              </a:ext>
            </a:extLst>
          </p:cNvPr>
          <p:cNvSpPr>
            <a:spLocks xmlns:a="http://schemas.openxmlformats.org/drawingml/2006/main" noGrp="1"/>
          </p:cNvSpPr>
          <p:nvPr/>
        </p:nvSpPr>
        <p:spPr>
          <a:xfrm xmlns:a="http://schemas.openxmlformats.org/drawingml/2006/main">
            <a:off x="4743450" y="1504950"/>
            <a:ext cx="2095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2" name="">
            <a:extLst xmlns:a="http://schemas.openxmlformats.org/drawingml/2006/main">
              <a:ext uri="{FF2B5EF4-FFF2-40B4-BE49-F238E27FC236}">
                <a16:creationId xmlns:a16="http://schemas.microsoft.com/office/drawing/2014/main" id="{62495634-BA8D-413D-8972-10B9F4C45E97}"/>
              </a:ext>
            </a:extLst>
          </p:cNvPr>
          <p:cNvSpPr>
            <a:spLocks xmlns:a="http://schemas.openxmlformats.org/drawingml/2006/main" noGrp="1"/>
          </p:cNvSpPr>
          <p:nvPr/>
        </p:nvSpPr>
        <p:spPr>
          <a:xfrm xmlns:a="http://schemas.openxmlformats.org/drawingml/2006/main">
            <a:off x="4914900" y="16192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vl1pPr algn="l">
              <a:buNone/>
              <a:defRPr sz="2550" b="1">
                <a:solidFill>
                  <a:srgbClr val="E2AD2B"/>
                </a:solidFill>
                <a:latin typeface="Arial"/>
                <a:ea typeface="Arial"/>
                <a:cs typeface="Arial"/>
              </a:defRPr>
            </a:lvl1pPr>
            <a:lvl2pPr algn="l">
              <a:buNone/>
              <a:defRPr sz="2550" b="1">
                <a:solidFill>
                  <a:srgbClr val="E2AD2B"/>
                </a:solidFill>
                <a:latin typeface="Arial"/>
                <a:ea typeface="Arial"/>
                <a:cs typeface="Arial"/>
              </a:defRPr>
            </a:lvl2pPr>
            <a:lvl3pPr algn="l">
              <a:buNone/>
              <a:defRPr sz="2550" b="1">
                <a:solidFill>
                  <a:srgbClr val="E2AD2B"/>
                </a:solidFill>
                <a:latin typeface="Arial"/>
                <a:ea typeface="Arial"/>
                <a:cs typeface="Arial"/>
              </a:defRPr>
            </a:lvl3pPr>
            <a:lvl4pPr algn="l">
              <a:buNone/>
              <a:defRPr sz="2550" b="1">
                <a:solidFill>
                  <a:srgbClr val="E2AD2B"/>
                </a:solidFill>
                <a:latin typeface="Arial"/>
                <a:ea typeface="Arial"/>
                <a:cs typeface="Arial"/>
              </a:defRPr>
            </a:lvl4pPr>
            <a:lvl5pPr algn="l">
              <a:buNone/>
              <a:defRPr sz="2550" b="1">
                <a:solidFill>
                  <a:srgbClr val="E2AD2B"/>
                </a:solidFill>
                <a:latin typeface="Arial"/>
                <a:ea typeface="Arial"/>
                <a:cs typeface="Arial"/>
              </a:defRPr>
            </a:lvl5pPr>
            <a:lvl6pPr algn="l">
              <a:buNone/>
              <a:defRPr sz="2550" b="1">
                <a:solidFill>
                  <a:srgbClr val="E2AD2B"/>
                </a:solidFill>
                <a:latin typeface="Arial"/>
                <a:ea typeface="Arial"/>
                <a:cs typeface="Arial"/>
              </a:defRPr>
            </a:lvl6pPr>
            <a:lvl7pPr algn="l">
              <a:buNone/>
              <a:defRPr sz="2550" b="1">
                <a:solidFill>
                  <a:srgbClr val="E2AD2B"/>
                </a:solidFill>
                <a:latin typeface="Arial"/>
                <a:ea typeface="Arial"/>
                <a:cs typeface="Arial"/>
              </a:defRPr>
            </a:lvl7pPr>
            <a:lvl8pPr algn="l">
              <a:buNone/>
              <a:defRPr sz="2550" b="1">
                <a:solidFill>
                  <a:srgbClr val="E2AD2B"/>
                </a:solidFill>
                <a:latin typeface="Arial"/>
                <a:ea typeface="Arial"/>
                <a:cs typeface="Arial"/>
              </a:defRPr>
            </a:lvl8pPr>
            <a:lvl9pPr algn="l">
              <a:buNone/>
              <a:defRPr sz="2550" b="1">
                <a:solidFill>
                  <a:srgbClr val="E2AD2B"/>
                </a:solidFill>
                <a:latin typeface="Arial"/>
                <a:ea typeface="Arial"/>
                <a:cs typeface="Arial"/>
              </a:defRPr>
            </a:lvl9pPr>
          </a:lstStyle>
          <a:p xmlns:a="http://schemas.openxmlformats.org/drawingml/2006/main">
            <a:pPr algn="l">
              <a:buNone/>
              <a:defRPr sz="2550" b="1">
                <a:solidFill>
                  <a:srgbClr val="E2AD2B"/>
                </a:solidFill>
                <a:latin typeface="Arial"/>
                <a:ea typeface="Arial"/>
                <a:cs typeface="Arial"/>
              </a:defRPr>
            </a:pPr>
            <a:r>
              <a:rPr sz="2550" b="1">
                <a:solidFill>
                  <a:srgbClr val="E2AD2B"/>
                </a:solidFill>
                <a:latin typeface="Arial"/>
                <a:ea typeface="Arial"/>
                <a:cs typeface="Arial"/>
              </a:rPr>
              <a:t>0.89</a:t>
            </a:r>
          </a:p>
        </p:txBody>
      </p:sp>
      <p:sp>
        <p:nvSpPr>
          <p:cNvPr id="13" name="">
            <a:extLst xmlns:a="http://schemas.openxmlformats.org/drawingml/2006/main">
              <a:ext uri="{FF2B5EF4-FFF2-40B4-BE49-F238E27FC236}">
                <a16:creationId xmlns:a16="http://schemas.microsoft.com/office/drawing/2014/main" id="{9AFB6D63-86DC-40E9-BF59-8069FF5A1424}"/>
              </a:ext>
            </a:extLst>
          </p:cNvPr>
          <p:cNvSpPr>
            <a:spLocks xmlns:a="http://schemas.openxmlformats.org/drawingml/2006/main" noGrp="1"/>
          </p:cNvSpPr>
          <p:nvPr/>
        </p:nvSpPr>
        <p:spPr>
          <a:xfrm xmlns:a="http://schemas.openxmlformats.org/drawingml/2006/main">
            <a:off x="4914900" y="21336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BALANCED ACCURACY</a:t>
            </a:r>
          </a:p>
        </p:txBody>
      </p:sp>
      <p:sp>
        <p:nvSpPr>
          <p:cNvPr id="14" name="">
            <a:extLst xmlns:a="http://schemas.openxmlformats.org/drawingml/2006/main">
              <a:ext uri="{FF2B5EF4-FFF2-40B4-BE49-F238E27FC236}">
                <a16:creationId xmlns:a16="http://schemas.microsoft.com/office/drawing/2014/main" id="{0409CE89-648B-42AB-906B-799D048E51BA}"/>
              </a:ext>
            </a:extLst>
          </p:cNvPr>
          <p:cNvSpPr>
            <a:spLocks xmlns:a="http://schemas.openxmlformats.org/drawingml/2006/main" noGrp="1"/>
          </p:cNvSpPr>
          <p:nvPr/>
        </p:nvSpPr>
        <p:spPr>
          <a:xfrm xmlns:a="http://schemas.openxmlformats.org/drawingml/2006/main">
            <a:off x="7029450" y="1504950"/>
            <a:ext cx="45720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F06449"/>
            </a:solidFill>
            <a:prstDash val="solid"/>
          </a:ln>
        </p:spPr>
      </p:sp>
      <p:sp>
        <p:nvSpPr>
          <p:cNvPr id="15" name="">
            <a:extLst xmlns:a="http://schemas.openxmlformats.org/drawingml/2006/main">
              <a:ext uri="{FF2B5EF4-FFF2-40B4-BE49-F238E27FC236}">
                <a16:creationId xmlns:a16="http://schemas.microsoft.com/office/drawing/2014/main" id="{2D89BAFB-FE0D-4A8B-A1B7-615789F872F9}"/>
              </a:ext>
            </a:extLst>
          </p:cNvPr>
          <p:cNvSpPr>
            <a:spLocks xmlns:a="http://schemas.openxmlformats.org/drawingml/2006/main" noGrp="1"/>
          </p:cNvSpPr>
          <p:nvPr/>
        </p:nvSpPr>
        <p:spPr>
          <a:xfrm xmlns:a="http://schemas.openxmlformats.org/drawingml/2006/main">
            <a:off x="7239000" y="1685925"/>
            <a:ext cx="415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F3F6F2"/>
                </a:solidFill>
                <a:latin typeface="Arial"/>
                <a:ea typeface="Arial"/>
                <a:cs typeface="Arial"/>
              </a:defRPr>
            </a:defPPr>
            <a:lvl1pPr algn="l">
              <a:buNone/>
              <a:defRPr sz="1425" b="1">
                <a:solidFill>
                  <a:srgbClr val="F3F6F2"/>
                </a:solidFill>
                <a:latin typeface="Arial"/>
                <a:ea typeface="Arial"/>
                <a:cs typeface="Arial"/>
              </a:defRPr>
            </a:lvl1pPr>
            <a:lvl2pPr algn="l">
              <a:buNone/>
              <a:defRPr sz="1425" b="1">
                <a:solidFill>
                  <a:srgbClr val="F3F6F2"/>
                </a:solidFill>
                <a:latin typeface="Arial"/>
                <a:ea typeface="Arial"/>
                <a:cs typeface="Arial"/>
              </a:defRPr>
            </a:lvl2pPr>
            <a:lvl3pPr algn="l">
              <a:buNone/>
              <a:defRPr sz="1425" b="1">
                <a:solidFill>
                  <a:srgbClr val="F3F6F2"/>
                </a:solidFill>
                <a:latin typeface="Arial"/>
                <a:ea typeface="Arial"/>
                <a:cs typeface="Arial"/>
              </a:defRPr>
            </a:lvl3pPr>
            <a:lvl4pPr algn="l">
              <a:buNone/>
              <a:defRPr sz="1425" b="1">
                <a:solidFill>
                  <a:srgbClr val="F3F6F2"/>
                </a:solidFill>
                <a:latin typeface="Arial"/>
                <a:ea typeface="Arial"/>
                <a:cs typeface="Arial"/>
              </a:defRPr>
            </a:lvl4pPr>
            <a:lvl5pPr algn="l">
              <a:buNone/>
              <a:defRPr sz="1425" b="1">
                <a:solidFill>
                  <a:srgbClr val="F3F6F2"/>
                </a:solidFill>
                <a:latin typeface="Arial"/>
                <a:ea typeface="Arial"/>
                <a:cs typeface="Arial"/>
              </a:defRPr>
            </a:lvl5pPr>
            <a:lvl6pPr algn="l">
              <a:buNone/>
              <a:defRPr sz="1425" b="1">
                <a:solidFill>
                  <a:srgbClr val="F3F6F2"/>
                </a:solidFill>
                <a:latin typeface="Arial"/>
                <a:ea typeface="Arial"/>
                <a:cs typeface="Arial"/>
              </a:defRPr>
            </a:lvl6pPr>
            <a:lvl7pPr algn="l">
              <a:buNone/>
              <a:defRPr sz="1425" b="1">
                <a:solidFill>
                  <a:srgbClr val="F3F6F2"/>
                </a:solidFill>
                <a:latin typeface="Arial"/>
                <a:ea typeface="Arial"/>
                <a:cs typeface="Arial"/>
              </a:defRPr>
            </a:lvl7pPr>
            <a:lvl8pPr algn="l">
              <a:buNone/>
              <a:defRPr sz="1425" b="1">
                <a:solidFill>
                  <a:srgbClr val="F3F6F2"/>
                </a:solidFill>
                <a:latin typeface="Arial"/>
                <a:ea typeface="Arial"/>
                <a:cs typeface="Arial"/>
              </a:defRPr>
            </a:lvl8pPr>
            <a:lvl9pPr algn="l">
              <a:buNone/>
              <a:defRPr sz="1425" b="1">
                <a:solidFill>
                  <a:srgbClr val="F3F6F2"/>
                </a:solidFill>
                <a:latin typeface="Arial"/>
                <a:ea typeface="Arial"/>
                <a:cs typeface="Arial"/>
              </a:defRPr>
            </a:lvl9pPr>
          </a:lstStyle>
          <a:p xmlns:a="http://schemas.openxmlformats.org/drawingml/2006/main">
            <a:pPr algn="l">
              <a:buNone/>
              <a:defRPr sz="1425" b="1">
                <a:solidFill>
                  <a:srgbClr val="F3F6F2"/>
                </a:solidFill>
                <a:latin typeface="Arial"/>
                <a:ea typeface="Arial"/>
                <a:cs typeface="Arial"/>
              </a:defRPr>
            </a:pPr>
            <a:r>
              <a:rPr sz="1425" b="1">
                <a:solidFill>
                  <a:srgbClr val="F3F6F2"/>
                </a:solidFill>
                <a:latin typeface="Arial"/>
                <a:ea typeface="Arial"/>
                <a:cs typeface="Arial"/>
              </a:rPr>
              <a:t>The model matched a separate satellite reference well. This is not the same as field accuracy.</a:t>
            </a:r>
          </a:p>
        </p:txBody>
      </p:sp>
      <p:pic>
        <p:nvPicPr>
          <p:cNvPr id="16" name="">
            <a:extLst xmlns:a="http://schemas.openxmlformats.org/drawingml/2006/main">
              <a:ext uri="{FF2B5EF4-FFF2-40B4-BE49-F238E27FC236}">
                <a16:creationId xmlns:a16="http://schemas.microsoft.com/office/drawing/2014/main" id="{0A7E3C6D-D337-42EE-A0BB-F2E71668F2F8}"/>
              </a:ext>
            </a:extLst>
          </p:cNvPr>
          <p:cNvPicPr>
            <a:picLocks xmlns:a="http://schemas.openxmlformats.org/drawingml/2006/main" noChangeAspect="1"/>
          </p:cNvPicPr>
          <p:nvPr/>
        </p:nvPicPr>
        <p:blipFill>
          <a:blip xmlns:r="http://schemas.openxmlformats.org/officeDocument/2006/relationships" xmlns:a="http://schemas.openxmlformats.org/drawingml/2006/main" r:embed="Raf6044b6b29a47f9"/>
          <a:stretch xmlns:a="http://schemas.openxmlformats.org/drawingml/2006/main"/>
        </p:blipFill>
        <p:spPr>
          <a:xfrm xmlns:a="http://schemas.openxmlformats.org/drawingml/2006/main">
            <a:off x="590550" y="2913104"/>
            <a:ext cx="7010400" cy="2974893"/>
          </a:xfrm>
          <a:prstGeom xmlns:a="http://schemas.openxmlformats.org/drawingml/2006/main" prst="roundRect">
            <a:avLst>
              <a:gd name="adj" fmla="val 2941"/>
            </a:avLst>
          </a:prstGeom>
        </p:spPr>
      </p:pic>
      <p:sp>
        <p:nvSpPr>
          <p:cNvPr id="17" name="">
            <a:extLst xmlns:a="http://schemas.openxmlformats.org/drawingml/2006/main">
              <a:ext uri="{FF2B5EF4-FFF2-40B4-BE49-F238E27FC236}">
                <a16:creationId xmlns:a16="http://schemas.microsoft.com/office/drawing/2014/main" id="{6E53C711-8BCE-4FF9-84CB-C516B06C908C}"/>
              </a:ext>
            </a:extLst>
          </p:cNvPr>
          <p:cNvSpPr>
            <a:spLocks xmlns:a="http://schemas.openxmlformats.org/drawingml/2006/main" noGrp="1"/>
          </p:cNvSpPr>
          <p:nvPr/>
        </p:nvSpPr>
        <p:spPr>
          <a:xfrm xmlns:a="http://schemas.openxmlformats.org/drawingml/2006/main">
            <a:off x="7886700" y="2781300"/>
            <a:ext cx="3714750" cy="3238500"/>
          </a:xfrm>
          <a:prstGeom xmlns:a="http://schemas.openxmlformats.org/drawingml/2006/main" prst="roundRect">
            <a:avLst>
              <a:gd name="adj" fmla="val 4118"/>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AFB3771E-70FA-4866-AB58-F9E6AD9ED744}"/>
              </a:ext>
            </a:extLst>
          </p:cNvPr>
          <p:cNvSpPr>
            <a:spLocks xmlns:a="http://schemas.openxmlformats.org/drawingml/2006/main" noGrp="1"/>
          </p:cNvSpPr>
          <p:nvPr/>
        </p:nvSpPr>
        <p:spPr>
          <a:xfrm xmlns:a="http://schemas.openxmlformats.org/drawingml/2006/main">
            <a:off x="8115300" y="30099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vl1pPr algn="l">
              <a:buNone/>
              <a:defRPr sz="975" b="1">
                <a:solidFill>
                  <a:srgbClr val="F06449"/>
                </a:solidFill>
                <a:latin typeface="Arial"/>
                <a:ea typeface="Arial"/>
                <a:cs typeface="Arial"/>
              </a:defRPr>
            </a:lvl1pPr>
            <a:lvl2pPr algn="l">
              <a:buNone/>
              <a:defRPr sz="975" b="1">
                <a:solidFill>
                  <a:srgbClr val="F06449"/>
                </a:solidFill>
                <a:latin typeface="Arial"/>
                <a:ea typeface="Arial"/>
                <a:cs typeface="Arial"/>
              </a:defRPr>
            </a:lvl2pPr>
            <a:lvl3pPr algn="l">
              <a:buNone/>
              <a:defRPr sz="975" b="1">
                <a:solidFill>
                  <a:srgbClr val="F06449"/>
                </a:solidFill>
                <a:latin typeface="Arial"/>
                <a:ea typeface="Arial"/>
                <a:cs typeface="Arial"/>
              </a:defRPr>
            </a:lvl3pPr>
            <a:lvl4pPr algn="l">
              <a:buNone/>
              <a:defRPr sz="975" b="1">
                <a:solidFill>
                  <a:srgbClr val="F06449"/>
                </a:solidFill>
                <a:latin typeface="Arial"/>
                <a:ea typeface="Arial"/>
                <a:cs typeface="Arial"/>
              </a:defRPr>
            </a:lvl4pPr>
            <a:lvl5pPr algn="l">
              <a:buNone/>
              <a:defRPr sz="975" b="1">
                <a:solidFill>
                  <a:srgbClr val="F06449"/>
                </a:solidFill>
                <a:latin typeface="Arial"/>
                <a:ea typeface="Arial"/>
                <a:cs typeface="Arial"/>
              </a:defRPr>
            </a:lvl5pPr>
            <a:lvl6pPr algn="l">
              <a:buNone/>
              <a:defRPr sz="975" b="1">
                <a:solidFill>
                  <a:srgbClr val="F06449"/>
                </a:solidFill>
                <a:latin typeface="Arial"/>
                <a:ea typeface="Arial"/>
                <a:cs typeface="Arial"/>
              </a:defRPr>
            </a:lvl6pPr>
            <a:lvl7pPr algn="l">
              <a:buNone/>
              <a:defRPr sz="975" b="1">
                <a:solidFill>
                  <a:srgbClr val="F06449"/>
                </a:solidFill>
                <a:latin typeface="Arial"/>
                <a:ea typeface="Arial"/>
                <a:cs typeface="Arial"/>
              </a:defRPr>
            </a:lvl7pPr>
            <a:lvl8pPr algn="l">
              <a:buNone/>
              <a:defRPr sz="975" b="1">
                <a:solidFill>
                  <a:srgbClr val="F06449"/>
                </a:solidFill>
                <a:latin typeface="Arial"/>
                <a:ea typeface="Arial"/>
                <a:cs typeface="Arial"/>
              </a:defRPr>
            </a:lvl8pPr>
            <a:lvl9pPr algn="l">
              <a:buNone/>
              <a:defRPr sz="975" b="1">
                <a:solidFill>
                  <a:srgbClr val="F06449"/>
                </a:solidFill>
                <a:latin typeface="Arial"/>
                <a:ea typeface="Arial"/>
                <a:cs typeface="Arial"/>
              </a:defRPr>
            </a:lvl9pPr>
          </a:lstStyle>
          <a:p xmlns:a="http://schemas.openxmlformats.org/drawingml/2006/main">
            <a:pPr algn="l">
              <a:buNone/>
              <a:defRPr sz="975" b="1">
                <a:solidFill>
                  <a:srgbClr val="F06449"/>
                </a:solidFill>
                <a:latin typeface="Arial"/>
                <a:ea typeface="Arial"/>
                <a:cs typeface="Arial"/>
              </a:defRPr>
            </a:pPr>
            <a:r>
              <a:rPr sz="975" b="1">
                <a:solidFill>
                  <a:srgbClr val="F06449"/>
                </a:solidFill>
                <a:latin typeface="Arial"/>
                <a:ea typeface="Arial"/>
                <a:cs typeface="Arial"/>
              </a:rPr>
              <a:t>MAIN LIMITATIONS</a:t>
            </a:r>
          </a:p>
        </p:txBody>
      </p:sp>
      <p:sp>
        <p:nvSpPr>
          <p:cNvPr id="19" name="">
            <a:extLst xmlns:a="http://schemas.openxmlformats.org/drawingml/2006/main">
              <a:ext uri="{FF2B5EF4-FFF2-40B4-BE49-F238E27FC236}">
                <a16:creationId xmlns:a16="http://schemas.microsoft.com/office/drawing/2014/main" id="{30C5B26E-D35F-4268-8DCC-DE5292CF3C45}"/>
              </a:ext>
            </a:extLst>
          </p:cNvPr>
          <p:cNvSpPr>
            <a:spLocks xmlns:a="http://schemas.openxmlformats.org/drawingml/2006/main" noGrp="1"/>
          </p:cNvSpPr>
          <p:nvPr/>
        </p:nvSpPr>
        <p:spPr>
          <a:xfrm xmlns:a="http://schemas.openxmlformats.org/drawingml/2006/main">
            <a:off x="8115300" y="339090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Surface temperature is not air temperature or personal heat exposure.</a:t>
            </a:r>
          </a:p>
        </p:txBody>
      </p:sp>
      <p:sp>
        <p:nvSpPr>
          <p:cNvPr id="20" name="">
            <a:extLst xmlns:a="http://schemas.openxmlformats.org/drawingml/2006/main">
              <a:ext uri="{FF2B5EF4-FFF2-40B4-BE49-F238E27FC236}">
                <a16:creationId xmlns:a16="http://schemas.microsoft.com/office/drawing/2014/main" id="{06F0C5E1-0D33-4A88-AE60-D3ED406AD63B}"/>
              </a:ext>
            </a:extLst>
          </p:cNvPr>
          <p:cNvSpPr>
            <a:spLocks xmlns:a="http://schemas.openxmlformats.org/drawingml/2006/main" noGrp="1"/>
          </p:cNvSpPr>
          <p:nvPr/>
        </p:nvSpPr>
        <p:spPr>
          <a:xfrm xmlns:a="http://schemas.openxmlformats.org/drawingml/2006/main">
            <a:off x="8115300" y="4095750"/>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WorldPop is an estimate, not a current population or worker count.</a:t>
            </a:r>
          </a:p>
        </p:txBody>
      </p:sp>
      <p:sp>
        <p:nvSpPr>
          <p:cNvPr id="21" name="">
            <a:extLst xmlns:a="http://schemas.openxmlformats.org/drawingml/2006/main">
              <a:ext uri="{FF2B5EF4-FFF2-40B4-BE49-F238E27FC236}">
                <a16:creationId xmlns:a16="http://schemas.microsoft.com/office/drawing/2014/main" id="{64A4325D-C1CB-4EDB-B7D4-6C36B09C7F9C}"/>
              </a:ext>
            </a:extLst>
          </p:cNvPr>
          <p:cNvSpPr>
            <a:spLocks xmlns:a="http://schemas.openxmlformats.org/drawingml/2006/main" noGrp="1"/>
          </p:cNvSpPr>
          <p:nvPr/>
        </p:nvSpPr>
        <p:spPr>
          <a:xfrm xmlns:a="http://schemas.openxmlformats.org/drawingml/2006/main">
            <a:off x="8115300" y="47053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Bright desert and roofs can still confuse the model.</a:t>
            </a:r>
          </a:p>
        </p:txBody>
      </p:sp>
      <p:sp>
        <p:nvSpPr>
          <p:cNvPr id="22" name="">
            <a:extLst xmlns:a="http://schemas.openxmlformats.org/drawingml/2006/main">
              <a:ext uri="{FF2B5EF4-FFF2-40B4-BE49-F238E27FC236}">
                <a16:creationId xmlns:a16="http://schemas.microsoft.com/office/drawing/2014/main" id="{A9FAFBDA-FA14-4468-AEFD-2C33E7FE5F59}"/>
              </a:ext>
            </a:extLst>
          </p:cNvPr>
          <p:cNvSpPr>
            <a:spLocks xmlns:a="http://schemas.openxmlformats.org/drawingml/2006/main" noGrp="1"/>
          </p:cNvSpPr>
          <p:nvPr/>
        </p:nvSpPr>
        <p:spPr>
          <a:xfrm xmlns:a="http://schemas.openxmlformats.org/drawingml/2006/main">
            <a:off x="8115300" y="527685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A real user still needs to review the score weights.</a:t>
            </a:r>
          </a:p>
        </p:txBody>
      </p:sp>
    </p:spTree>
    <p:extLst>
      <p:ext uri="{BB962C8B-B14F-4D97-AF65-F5344CB8AC3E}">
        <p14:creationId xmlns:p14="http://schemas.microsoft.com/office/powerpoint/2010/main" val="517216802"/>
      </p:ext>
    </p:extLst>
  </p:cSld>
</p:sld>
</file>

<file path=ppt/slides/slide7.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9FD5FE6-7A2B-4163-BD4B-775FB0FEE298}"/>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DIFFERENCE</a:t>
            </a:r>
          </a:p>
        </p:txBody>
      </p:sp>
      <p:sp>
        <p:nvSpPr>
          <p:cNvPr id="2" name="">
            <a:extLst xmlns:a="http://schemas.openxmlformats.org/drawingml/2006/main">
              <a:ext uri="{FF2B5EF4-FFF2-40B4-BE49-F238E27FC236}">
                <a16:creationId xmlns:a16="http://schemas.microsoft.com/office/drawing/2014/main" id="{5FA2513D-95EC-480A-9D43-8DC4D08FEF0B}"/>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Why we used more than one signal</a:t>
            </a:r>
          </a:p>
        </p:txBody>
      </p:sp>
      <p:sp>
        <p:nvSpPr>
          <p:cNvPr id="3" name="">
            <a:extLst xmlns:a="http://schemas.openxmlformats.org/drawingml/2006/main">
              <a:ext uri="{FF2B5EF4-FFF2-40B4-BE49-F238E27FC236}">
                <a16:creationId xmlns:a16="http://schemas.microsoft.com/office/drawing/2014/main" id="{A7CC9035-8208-4151-A13B-C25259C5C835}"/>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8B108633-9392-4628-B76D-1ACC3CD8A490}"/>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5" name="">
            <a:extLst xmlns:a="http://schemas.openxmlformats.org/drawingml/2006/main">
              <a:ext uri="{FF2B5EF4-FFF2-40B4-BE49-F238E27FC236}">
                <a16:creationId xmlns:a16="http://schemas.microsoft.com/office/drawing/2014/main" id="{7C2DF0CD-3F83-47BC-8D34-6D09B9F4A07F}"/>
              </a:ext>
            </a:extLst>
          </p:cNvPr>
          <p:cNvPicPr>
            <a:picLocks xmlns:a="http://schemas.openxmlformats.org/drawingml/2006/main" noChangeAspect="1"/>
          </p:cNvPicPr>
          <p:nvPr/>
        </p:nvPicPr>
        <p:blipFill>
          <a:blip xmlns:r="http://schemas.openxmlformats.org/officeDocument/2006/relationships" xmlns:a="http://schemas.openxmlformats.org/drawingml/2006/main" r:embed="R5b07fb5f95304c36"/>
          <a:stretch xmlns:a="http://schemas.openxmlformats.org/drawingml/2006/main"/>
        </p:blipFill>
        <p:spPr>
          <a:xfrm xmlns:a="http://schemas.openxmlformats.org/drawingml/2006/main">
            <a:off x="590550" y="1964391"/>
            <a:ext cx="6477000" cy="2576793"/>
          </a:xfrm>
          <a:prstGeom xmlns:a="http://schemas.openxmlformats.org/drawingml/2006/main" prst="roundRect">
            <a:avLst>
              <a:gd name="adj" fmla="val 2817"/>
            </a:avLst>
          </a:prstGeom>
        </p:spPr>
      </p:pic>
      <p:sp>
        <p:nvSpPr>
          <p:cNvPr id="6" name="">
            <a:extLst xmlns:a="http://schemas.openxmlformats.org/drawingml/2006/main">
              <a:ext uri="{FF2B5EF4-FFF2-40B4-BE49-F238E27FC236}">
                <a16:creationId xmlns:a16="http://schemas.microsoft.com/office/drawing/2014/main" id="{E2D46F12-86D7-47BC-8A50-67561E805C64}"/>
              </a:ext>
            </a:extLst>
          </p:cNvPr>
          <p:cNvSpPr>
            <a:spLocks xmlns:a="http://schemas.openxmlformats.org/drawingml/2006/main" noGrp="1"/>
          </p:cNvSpPr>
          <p:nvPr/>
        </p:nvSpPr>
        <p:spPr>
          <a:xfrm xmlns:a="http://schemas.openxmlformats.org/drawingml/2006/main">
            <a:off x="7334250" y="1562100"/>
            <a:ext cx="4267200" cy="3381375"/>
          </a:xfrm>
          <a:prstGeom xmlns:a="http://schemas.openxmlformats.org/drawingml/2006/main" prst="roundRect">
            <a:avLst>
              <a:gd name="adj" fmla="val 3944"/>
            </a:avLst>
          </a:prstGeom>
          <a:solidFill xmlns:a="http://schemas.openxmlformats.org/drawingml/2006/main">
            <a:srgbClr val="113646"/>
          </a:solidFill>
          <a:ln xmlns:a="http://schemas.openxmlformats.org/drawingml/2006/main" w="9525">
            <a:solidFill>
              <a:srgbClr val="31505F"/>
            </a:solidFill>
            <a:prstDash val="solid"/>
          </a:ln>
        </p:spPr>
      </p:sp>
      <p:sp>
        <p:nvSpPr>
          <p:cNvPr id="7" name="">
            <a:extLst xmlns:a="http://schemas.openxmlformats.org/drawingml/2006/main">
              <a:ext uri="{FF2B5EF4-FFF2-40B4-BE49-F238E27FC236}">
                <a16:creationId xmlns:a16="http://schemas.microsoft.com/office/drawing/2014/main" id="{7EC9BA80-266B-4427-9035-7D9CDFA65029}"/>
              </a:ext>
            </a:extLst>
          </p:cNvPr>
          <p:cNvSpPr>
            <a:spLocks xmlns:a="http://schemas.openxmlformats.org/drawingml/2006/main" noGrp="1"/>
          </p:cNvSpPr>
          <p:nvPr/>
        </p:nvSpPr>
        <p:spPr>
          <a:xfrm xmlns:a="http://schemas.openxmlformats.org/drawingml/2006/main">
            <a:off x="7581900" y="18097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vl1pPr algn="l">
              <a:buNone/>
              <a:defRPr sz="975" b="1">
                <a:solidFill>
                  <a:srgbClr val="1AA58F"/>
                </a:solidFill>
                <a:latin typeface="Arial"/>
                <a:ea typeface="Arial"/>
                <a:cs typeface="Arial"/>
              </a:defRPr>
            </a:lvl1pPr>
            <a:lvl2pPr algn="l">
              <a:buNone/>
              <a:defRPr sz="975" b="1">
                <a:solidFill>
                  <a:srgbClr val="1AA58F"/>
                </a:solidFill>
                <a:latin typeface="Arial"/>
                <a:ea typeface="Arial"/>
                <a:cs typeface="Arial"/>
              </a:defRPr>
            </a:lvl2pPr>
            <a:lvl3pPr algn="l">
              <a:buNone/>
              <a:defRPr sz="975" b="1">
                <a:solidFill>
                  <a:srgbClr val="1AA58F"/>
                </a:solidFill>
                <a:latin typeface="Arial"/>
                <a:ea typeface="Arial"/>
                <a:cs typeface="Arial"/>
              </a:defRPr>
            </a:lvl3pPr>
            <a:lvl4pPr algn="l">
              <a:buNone/>
              <a:defRPr sz="975" b="1">
                <a:solidFill>
                  <a:srgbClr val="1AA58F"/>
                </a:solidFill>
                <a:latin typeface="Arial"/>
                <a:ea typeface="Arial"/>
                <a:cs typeface="Arial"/>
              </a:defRPr>
            </a:lvl4pPr>
            <a:lvl5pPr algn="l">
              <a:buNone/>
              <a:defRPr sz="975" b="1">
                <a:solidFill>
                  <a:srgbClr val="1AA58F"/>
                </a:solidFill>
                <a:latin typeface="Arial"/>
                <a:ea typeface="Arial"/>
                <a:cs typeface="Arial"/>
              </a:defRPr>
            </a:lvl5pPr>
            <a:lvl6pPr algn="l">
              <a:buNone/>
              <a:defRPr sz="975" b="1">
                <a:solidFill>
                  <a:srgbClr val="1AA58F"/>
                </a:solidFill>
                <a:latin typeface="Arial"/>
                <a:ea typeface="Arial"/>
                <a:cs typeface="Arial"/>
              </a:defRPr>
            </a:lvl6pPr>
            <a:lvl7pPr algn="l">
              <a:buNone/>
              <a:defRPr sz="975" b="1">
                <a:solidFill>
                  <a:srgbClr val="1AA58F"/>
                </a:solidFill>
                <a:latin typeface="Arial"/>
                <a:ea typeface="Arial"/>
                <a:cs typeface="Arial"/>
              </a:defRPr>
            </a:lvl7pPr>
            <a:lvl8pPr algn="l">
              <a:buNone/>
              <a:defRPr sz="975" b="1">
                <a:solidFill>
                  <a:srgbClr val="1AA58F"/>
                </a:solidFill>
                <a:latin typeface="Arial"/>
                <a:ea typeface="Arial"/>
                <a:cs typeface="Arial"/>
              </a:defRPr>
            </a:lvl8pPr>
            <a:lvl9pPr algn="l">
              <a:buNone/>
              <a:defRPr sz="975" b="1">
                <a:solidFill>
                  <a:srgbClr val="1AA58F"/>
                </a:solidFill>
                <a:latin typeface="Arial"/>
                <a:ea typeface="Arial"/>
                <a:cs typeface="Arial"/>
              </a:defRPr>
            </a:lvl9pPr>
          </a:lstStyle>
          <a:p xmlns:a="http://schemas.openxmlformats.org/drawingml/2006/main">
            <a:pPr algn="l">
              <a:buNone/>
              <a:defRPr sz="975" b="1">
                <a:solidFill>
                  <a:srgbClr val="1AA58F"/>
                </a:solidFill>
                <a:latin typeface="Arial"/>
                <a:ea typeface="Arial"/>
                <a:cs typeface="Arial"/>
              </a:defRPr>
            </a:pPr>
            <a:r>
              <a:rPr sz="975" b="1">
                <a:solidFill>
                  <a:srgbClr val="1AA58F"/>
                </a:solidFill>
                <a:latin typeface="Arial"/>
                <a:ea typeface="Arial"/>
                <a:cs typeface="Arial"/>
              </a:rPr>
              <a:t>THREE CHECKS</a:t>
            </a:r>
          </a:p>
        </p:txBody>
      </p:sp>
      <p:sp>
        <p:nvSpPr>
          <p:cNvPr id="8" name="">
            <a:extLst xmlns:a="http://schemas.openxmlformats.org/drawingml/2006/main">
              <a:ext uri="{FF2B5EF4-FFF2-40B4-BE49-F238E27FC236}">
                <a16:creationId xmlns:a16="http://schemas.microsoft.com/office/drawing/2014/main" id="{C362E6B9-B927-4975-B5D8-05066B43271B}"/>
              </a:ext>
            </a:extLst>
          </p:cNvPr>
          <p:cNvSpPr>
            <a:spLocks xmlns:a="http://schemas.openxmlformats.org/drawingml/2006/main" noGrp="1"/>
          </p:cNvSpPr>
          <p:nvPr/>
        </p:nvSpPr>
        <p:spPr>
          <a:xfrm xmlns:a="http://schemas.openxmlformats.org/drawingml/2006/main">
            <a:off x="7581900" y="220980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buNone/>
              <a:defRPr sz="1350">
                <a:solidFill>
                  <a:srgbClr val="F3F6F2"/>
                </a:solidFill>
                <a:latin typeface="Arial"/>
                <a:ea typeface="Arial"/>
                <a:cs typeface="Arial"/>
              </a:defRPr>
            </a:lvl1pPr>
            <a:lvl2pPr algn="l">
              <a:buNone/>
              <a:defRPr sz="1350">
                <a:solidFill>
                  <a:srgbClr val="F3F6F2"/>
                </a:solidFill>
                <a:latin typeface="Arial"/>
                <a:ea typeface="Arial"/>
                <a:cs typeface="Arial"/>
              </a:defRPr>
            </a:lvl2pPr>
            <a:lvl3pPr algn="l">
              <a:buNone/>
              <a:defRPr sz="1350">
                <a:solidFill>
                  <a:srgbClr val="F3F6F2"/>
                </a:solidFill>
                <a:latin typeface="Arial"/>
                <a:ea typeface="Arial"/>
                <a:cs typeface="Arial"/>
              </a:defRPr>
            </a:lvl3pPr>
            <a:lvl4pPr algn="l">
              <a:buNone/>
              <a:defRPr sz="1350">
                <a:solidFill>
                  <a:srgbClr val="F3F6F2"/>
                </a:solidFill>
                <a:latin typeface="Arial"/>
                <a:ea typeface="Arial"/>
                <a:cs typeface="Arial"/>
              </a:defRPr>
            </a:lvl4pPr>
            <a:lvl5pPr algn="l">
              <a:buNone/>
              <a:defRPr sz="1350">
                <a:solidFill>
                  <a:srgbClr val="F3F6F2"/>
                </a:solidFill>
                <a:latin typeface="Arial"/>
                <a:ea typeface="Arial"/>
                <a:cs typeface="Arial"/>
              </a:defRPr>
            </a:lvl5pPr>
            <a:lvl6pPr algn="l">
              <a:buNone/>
              <a:defRPr sz="1350">
                <a:solidFill>
                  <a:srgbClr val="F3F6F2"/>
                </a:solidFill>
                <a:latin typeface="Arial"/>
                <a:ea typeface="Arial"/>
                <a:cs typeface="Arial"/>
              </a:defRPr>
            </a:lvl6pPr>
            <a:lvl7pPr algn="l">
              <a:buNone/>
              <a:defRPr sz="1350">
                <a:solidFill>
                  <a:srgbClr val="F3F6F2"/>
                </a:solidFill>
                <a:latin typeface="Arial"/>
                <a:ea typeface="Arial"/>
                <a:cs typeface="Arial"/>
              </a:defRPr>
            </a:lvl7pPr>
            <a:lvl8pPr algn="l">
              <a:buNone/>
              <a:defRPr sz="1350">
                <a:solidFill>
                  <a:srgbClr val="F3F6F2"/>
                </a:solidFill>
                <a:latin typeface="Arial"/>
                <a:ea typeface="Arial"/>
                <a:cs typeface="Arial"/>
              </a:defRPr>
            </a:lvl8pPr>
            <a:lvl9pPr algn="l">
              <a:buNone/>
              <a:defRPr sz="1350">
                <a:solidFill>
                  <a:srgbClr val="F3F6F2"/>
                </a:solidFill>
                <a:latin typeface="Arial"/>
                <a:ea typeface="Arial"/>
                <a:cs typeface="Arial"/>
              </a:defRPr>
            </a:lvl9pPr>
          </a:lstStyle>
          <a:p xmlns:a="http://schemas.openxmlformats.org/drawingml/2006/main">
            <a:pPr marL="228600" indent="-114300" algn="l">
              <a:spcAft>
                <a:spcPts val="0"/>
              </a:spcAft>
              <a:buChar char="•"/>
              <a:defRPr sz="1350">
                <a:solidFill>
                  <a:srgbClr val="F3F6F2"/>
                </a:solidFill>
                <a:latin typeface="Arial"/>
                <a:ea typeface="Arial"/>
                <a:cs typeface="Arial"/>
              </a:defRPr>
            </a:pPr>
            <a:r>
              <a:rPr sz="1350">
                <a:solidFill>
                  <a:srgbClr val="F3F6F2"/>
                </a:solidFill>
                <a:latin typeface="Arial"/>
                <a:ea typeface="Arial"/>
                <a:cs typeface="Arial"/>
              </a:rPr>
              <a:t>Annual maps suggest where growth may have happened.</a:t>
            </a:r>
          </a:p>
        </p:txBody>
      </p:sp>
      <p:sp>
        <p:nvSpPr>
          <p:cNvPr id="9" name="">
            <a:extLst xmlns:a="http://schemas.openxmlformats.org/drawingml/2006/main">
              <a:ext uri="{FF2B5EF4-FFF2-40B4-BE49-F238E27FC236}">
                <a16:creationId xmlns:a16="http://schemas.microsoft.com/office/drawing/2014/main" id="{1D860BB5-F7AB-4D48-AE85-FBD861FB0A21}"/>
              </a:ext>
            </a:extLst>
          </p:cNvPr>
          <p:cNvSpPr>
            <a:spLocks xmlns:a="http://schemas.openxmlformats.org/drawingml/2006/main" noGrp="1"/>
          </p:cNvSpPr>
          <p:nvPr/>
        </p:nvSpPr>
        <p:spPr>
          <a:xfrm xmlns:a="http://schemas.openxmlformats.org/drawingml/2006/main">
            <a:off x="7581900" y="2876550"/>
            <a:ext cx="3619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buNone/>
              <a:defRPr sz="1350">
                <a:solidFill>
                  <a:srgbClr val="F3F6F2"/>
                </a:solidFill>
                <a:latin typeface="Arial"/>
                <a:ea typeface="Arial"/>
                <a:cs typeface="Arial"/>
              </a:defRPr>
            </a:lvl1pPr>
            <a:lvl2pPr algn="l">
              <a:buNone/>
              <a:defRPr sz="1350">
                <a:solidFill>
                  <a:srgbClr val="F3F6F2"/>
                </a:solidFill>
                <a:latin typeface="Arial"/>
                <a:ea typeface="Arial"/>
                <a:cs typeface="Arial"/>
              </a:defRPr>
            </a:lvl2pPr>
            <a:lvl3pPr algn="l">
              <a:buNone/>
              <a:defRPr sz="1350">
                <a:solidFill>
                  <a:srgbClr val="F3F6F2"/>
                </a:solidFill>
                <a:latin typeface="Arial"/>
                <a:ea typeface="Arial"/>
                <a:cs typeface="Arial"/>
              </a:defRPr>
            </a:lvl3pPr>
            <a:lvl4pPr algn="l">
              <a:buNone/>
              <a:defRPr sz="1350">
                <a:solidFill>
                  <a:srgbClr val="F3F6F2"/>
                </a:solidFill>
                <a:latin typeface="Arial"/>
                <a:ea typeface="Arial"/>
                <a:cs typeface="Arial"/>
              </a:defRPr>
            </a:lvl4pPr>
            <a:lvl5pPr algn="l">
              <a:buNone/>
              <a:defRPr sz="1350">
                <a:solidFill>
                  <a:srgbClr val="F3F6F2"/>
                </a:solidFill>
                <a:latin typeface="Arial"/>
                <a:ea typeface="Arial"/>
                <a:cs typeface="Arial"/>
              </a:defRPr>
            </a:lvl5pPr>
            <a:lvl6pPr algn="l">
              <a:buNone/>
              <a:defRPr sz="1350">
                <a:solidFill>
                  <a:srgbClr val="F3F6F2"/>
                </a:solidFill>
                <a:latin typeface="Arial"/>
                <a:ea typeface="Arial"/>
                <a:cs typeface="Arial"/>
              </a:defRPr>
            </a:lvl6pPr>
            <a:lvl7pPr algn="l">
              <a:buNone/>
              <a:defRPr sz="1350">
                <a:solidFill>
                  <a:srgbClr val="F3F6F2"/>
                </a:solidFill>
                <a:latin typeface="Arial"/>
                <a:ea typeface="Arial"/>
                <a:cs typeface="Arial"/>
              </a:defRPr>
            </a:lvl7pPr>
            <a:lvl8pPr algn="l">
              <a:buNone/>
              <a:defRPr sz="1350">
                <a:solidFill>
                  <a:srgbClr val="F3F6F2"/>
                </a:solidFill>
                <a:latin typeface="Arial"/>
                <a:ea typeface="Arial"/>
                <a:cs typeface="Arial"/>
              </a:defRPr>
            </a:lvl8pPr>
            <a:lvl9pPr algn="l">
              <a:buNone/>
              <a:defRPr sz="1350">
                <a:solidFill>
                  <a:srgbClr val="F3F6F2"/>
                </a:solidFill>
                <a:latin typeface="Arial"/>
                <a:ea typeface="Arial"/>
                <a:cs typeface="Arial"/>
              </a:defRPr>
            </a:lvl9pPr>
          </a:lstStyle>
          <a:p xmlns:a="http://schemas.openxmlformats.org/drawingml/2006/main">
            <a:pPr marL="228600" indent="-114300" algn="l">
              <a:spcAft>
                <a:spcPts val="0"/>
              </a:spcAft>
              <a:buChar char="•"/>
              <a:defRPr sz="1350">
                <a:solidFill>
                  <a:srgbClr val="F3F6F2"/>
                </a:solidFill>
                <a:latin typeface="Arial"/>
                <a:ea typeface="Arial"/>
                <a:cs typeface="Arial"/>
              </a:defRPr>
            </a:pPr>
            <a:r>
              <a:rPr sz="1350">
                <a:solidFill>
                  <a:srgbClr val="F3F6F2"/>
                </a:solidFill>
                <a:latin typeface="Arial"/>
                <a:ea typeface="Arial"/>
                <a:cs typeface="Arial"/>
              </a:rPr>
              <a:t>Optical and radar data check the same places.</a:t>
            </a:r>
          </a:p>
        </p:txBody>
      </p:sp>
      <p:sp>
        <p:nvSpPr>
          <p:cNvPr id="10" name="">
            <a:extLst xmlns:a="http://schemas.openxmlformats.org/drawingml/2006/main">
              <a:ext uri="{FF2B5EF4-FFF2-40B4-BE49-F238E27FC236}">
                <a16:creationId xmlns:a16="http://schemas.microsoft.com/office/drawing/2014/main" id="{0AE34ECE-FE2F-4B3E-ACC6-8A9184698696}"/>
              </a:ext>
            </a:extLst>
          </p:cNvPr>
          <p:cNvSpPr>
            <a:spLocks xmlns:a="http://schemas.openxmlformats.org/drawingml/2006/main" noGrp="1"/>
          </p:cNvSpPr>
          <p:nvPr/>
        </p:nvSpPr>
        <p:spPr>
          <a:xfrm xmlns:a="http://schemas.openxmlformats.org/drawingml/2006/main">
            <a:off x="7581900" y="3657600"/>
            <a:ext cx="3619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buNone/>
              <a:defRPr sz="1350">
                <a:solidFill>
                  <a:srgbClr val="F3F6F2"/>
                </a:solidFill>
                <a:latin typeface="Arial"/>
                <a:ea typeface="Arial"/>
                <a:cs typeface="Arial"/>
              </a:defRPr>
            </a:lvl1pPr>
            <a:lvl2pPr algn="l">
              <a:buNone/>
              <a:defRPr sz="1350">
                <a:solidFill>
                  <a:srgbClr val="F3F6F2"/>
                </a:solidFill>
                <a:latin typeface="Arial"/>
                <a:ea typeface="Arial"/>
                <a:cs typeface="Arial"/>
              </a:defRPr>
            </a:lvl2pPr>
            <a:lvl3pPr algn="l">
              <a:buNone/>
              <a:defRPr sz="1350">
                <a:solidFill>
                  <a:srgbClr val="F3F6F2"/>
                </a:solidFill>
                <a:latin typeface="Arial"/>
                <a:ea typeface="Arial"/>
                <a:cs typeface="Arial"/>
              </a:defRPr>
            </a:lvl3pPr>
            <a:lvl4pPr algn="l">
              <a:buNone/>
              <a:defRPr sz="1350">
                <a:solidFill>
                  <a:srgbClr val="F3F6F2"/>
                </a:solidFill>
                <a:latin typeface="Arial"/>
                <a:ea typeface="Arial"/>
                <a:cs typeface="Arial"/>
              </a:defRPr>
            </a:lvl4pPr>
            <a:lvl5pPr algn="l">
              <a:buNone/>
              <a:defRPr sz="1350">
                <a:solidFill>
                  <a:srgbClr val="F3F6F2"/>
                </a:solidFill>
                <a:latin typeface="Arial"/>
                <a:ea typeface="Arial"/>
                <a:cs typeface="Arial"/>
              </a:defRPr>
            </a:lvl5pPr>
            <a:lvl6pPr algn="l">
              <a:buNone/>
              <a:defRPr sz="1350">
                <a:solidFill>
                  <a:srgbClr val="F3F6F2"/>
                </a:solidFill>
                <a:latin typeface="Arial"/>
                <a:ea typeface="Arial"/>
                <a:cs typeface="Arial"/>
              </a:defRPr>
            </a:lvl6pPr>
            <a:lvl7pPr algn="l">
              <a:buNone/>
              <a:defRPr sz="1350">
                <a:solidFill>
                  <a:srgbClr val="F3F6F2"/>
                </a:solidFill>
                <a:latin typeface="Arial"/>
                <a:ea typeface="Arial"/>
                <a:cs typeface="Arial"/>
              </a:defRPr>
            </a:lvl7pPr>
            <a:lvl8pPr algn="l">
              <a:buNone/>
              <a:defRPr sz="1350">
                <a:solidFill>
                  <a:srgbClr val="F3F6F2"/>
                </a:solidFill>
                <a:latin typeface="Arial"/>
                <a:ea typeface="Arial"/>
                <a:cs typeface="Arial"/>
              </a:defRPr>
            </a:lvl8pPr>
            <a:lvl9pPr algn="l">
              <a:buNone/>
              <a:defRPr sz="1350">
                <a:solidFill>
                  <a:srgbClr val="F3F6F2"/>
                </a:solidFill>
                <a:latin typeface="Arial"/>
                <a:ea typeface="Arial"/>
                <a:cs typeface="Arial"/>
              </a:defRPr>
            </a:lvl9pPr>
          </a:lstStyle>
          <a:p xmlns:a="http://schemas.openxmlformats.org/drawingml/2006/main">
            <a:pPr marL="228600" indent="-114300" algn="l">
              <a:spcAft>
                <a:spcPts val="0"/>
              </a:spcAft>
              <a:buChar char="•"/>
              <a:defRPr sz="1350">
                <a:solidFill>
                  <a:srgbClr val="F3F6F2"/>
                </a:solidFill>
                <a:latin typeface="Arial"/>
                <a:ea typeface="Arial"/>
                <a:cs typeface="Arial"/>
              </a:defRPr>
            </a:pPr>
            <a:r>
              <a:rPr sz="1350">
                <a:solidFill>
                  <a:srgbClr val="F3F6F2"/>
                </a:solidFill>
                <a:latin typeface="Arial"/>
                <a:ea typeface="Arial"/>
                <a:cs typeface="Arial"/>
              </a:rPr>
              <a:t>Each final score keeps its four parts visible.</a:t>
            </a:r>
          </a:p>
        </p:txBody>
      </p:sp>
      <p:sp>
        <p:nvSpPr>
          <p:cNvPr id="11" name="">
            <a:extLst xmlns:a="http://schemas.openxmlformats.org/drawingml/2006/main">
              <a:ext uri="{FF2B5EF4-FFF2-40B4-BE49-F238E27FC236}">
                <a16:creationId xmlns:a16="http://schemas.microsoft.com/office/drawing/2014/main" id="{D1734CF4-0839-4FD8-8FF1-416EC8EB57FF}"/>
              </a:ext>
            </a:extLst>
          </p:cNvPr>
          <p:cNvSpPr>
            <a:spLocks xmlns:a="http://schemas.openxmlformats.org/drawingml/2006/main" noGrp="1"/>
          </p:cNvSpPr>
          <p:nvPr/>
        </p:nvSpPr>
        <p:spPr>
          <a:xfrm xmlns:a="http://schemas.openxmlformats.org/drawingml/2006/main">
            <a:off x="7581900" y="4438650"/>
            <a:ext cx="361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E2AD2B"/>
                </a:solidFill>
                <a:latin typeface="Arial"/>
                <a:ea typeface="Arial"/>
                <a:cs typeface="Arial"/>
              </a:defRPr>
            </a:defPPr>
            <a:lvl1pPr algn="l">
              <a:buNone/>
              <a:defRPr sz="1050" b="1">
                <a:solidFill>
                  <a:srgbClr val="E2AD2B"/>
                </a:solidFill>
                <a:latin typeface="Arial"/>
                <a:ea typeface="Arial"/>
                <a:cs typeface="Arial"/>
              </a:defRPr>
            </a:lvl1pPr>
            <a:lvl2pPr algn="l">
              <a:buNone/>
              <a:defRPr sz="1050" b="1">
                <a:solidFill>
                  <a:srgbClr val="E2AD2B"/>
                </a:solidFill>
                <a:latin typeface="Arial"/>
                <a:ea typeface="Arial"/>
                <a:cs typeface="Arial"/>
              </a:defRPr>
            </a:lvl2pPr>
            <a:lvl3pPr algn="l">
              <a:buNone/>
              <a:defRPr sz="1050" b="1">
                <a:solidFill>
                  <a:srgbClr val="E2AD2B"/>
                </a:solidFill>
                <a:latin typeface="Arial"/>
                <a:ea typeface="Arial"/>
                <a:cs typeface="Arial"/>
              </a:defRPr>
            </a:lvl3pPr>
            <a:lvl4pPr algn="l">
              <a:buNone/>
              <a:defRPr sz="1050" b="1">
                <a:solidFill>
                  <a:srgbClr val="E2AD2B"/>
                </a:solidFill>
                <a:latin typeface="Arial"/>
                <a:ea typeface="Arial"/>
                <a:cs typeface="Arial"/>
              </a:defRPr>
            </a:lvl4pPr>
            <a:lvl5pPr algn="l">
              <a:buNone/>
              <a:defRPr sz="1050" b="1">
                <a:solidFill>
                  <a:srgbClr val="E2AD2B"/>
                </a:solidFill>
                <a:latin typeface="Arial"/>
                <a:ea typeface="Arial"/>
                <a:cs typeface="Arial"/>
              </a:defRPr>
            </a:lvl5pPr>
            <a:lvl6pPr algn="l">
              <a:buNone/>
              <a:defRPr sz="1050" b="1">
                <a:solidFill>
                  <a:srgbClr val="E2AD2B"/>
                </a:solidFill>
                <a:latin typeface="Arial"/>
                <a:ea typeface="Arial"/>
                <a:cs typeface="Arial"/>
              </a:defRPr>
            </a:lvl6pPr>
            <a:lvl7pPr algn="l">
              <a:buNone/>
              <a:defRPr sz="1050" b="1">
                <a:solidFill>
                  <a:srgbClr val="E2AD2B"/>
                </a:solidFill>
                <a:latin typeface="Arial"/>
                <a:ea typeface="Arial"/>
                <a:cs typeface="Arial"/>
              </a:defRPr>
            </a:lvl7pPr>
            <a:lvl8pPr algn="l">
              <a:buNone/>
              <a:defRPr sz="1050" b="1">
                <a:solidFill>
                  <a:srgbClr val="E2AD2B"/>
                </a:solidFill>
                <a:latin typeface="Arial"/>
                <a:ea typeface="Arial"/>
                <a:cs typeface="Arial"/>
              </a:defRPr>
            </a:lvl8pPr>
            <a:lvl9pPr algn="l">
              <a:buNone/>
              <a:defRPr sz="1050" b="1">
                <a:solidFill>
                  <a:srgbClr val="E2AD2B"/>
                </a:solidFill>
                <a:latin typeface="Arial"/>
                <a:ea typeface="Arial"/>
                <a:cs typeface="Arial"/>
              </a:defRPr>
            </a:lvl9pPr>
          </a:lstStyle>
          <a:p xmlns:a="http://schemas.openxmlformats.org/drawingml/2006/main">
            <a:pPr algn="l">
              <a:buNone/>
              <a:defRPr sz="1050" b="1">
                <a:solidFill>
                  <a:srgbClr val="E2AD2B"/>
                </a:solidFill>
                <a:latin typeface="Arial"/>
                <a:ea typeface="Arial"/>
                <a:cs typeface="Arial"/>
              </a:defRPr>
            </a:pPr>
            <a:r>
              <a:rPr sz="1050" b="1">
                <a:solidFill>
                  <a:srgbClr val="E2AD2B"/>
                </a:solidFill>
                <a:latin typeface="Arial"/>
                <a:ea typeface="Arial"/>
                <a:cs typeface="Arial"/>
              </a:rPr>
              <a:t>The Tanager test showed why one built-up index can be misleading in bright desert.</a:t>
            </a:r>
          </a:p>
        </p:txBody>
      </p:sp>
      <p:sp>
        <p:nvSpPr>
          <p:cNvPr id="12" name="">
            <a:extLst xmlns:a="http://schemas.openxmlformats.org/drawingml/2006/main">
              <a:ext uri="{FF2B5EF4-FFF2-40B4-BE49-F238E27FC236}">
                <a16:creationId xmlns:a16="http://schemas.microsoft.com/office/drawing/2014/main" id="{BCD48F82-AF83-45EF-89B2-DF14175A6ECB}"/>
              </a:ext>
            </a:extLst>
          </p:cNvPr>
          <p:cNvSpPr>
            <a:spLocks xmlns:a="http://schemas.openxmlformats.org/drawingml/2006/main" noGrp="1"/>
          </p:cNvSpPr>
          <p:nvPr/>
        </p:nvSpPr>
        <p:spPr>
          <a:xfrm xmlns:a="http://schemas.openxmlformats.org/drawingml/2006/main">
            <a:off x="590550" y="5219700"/>
            <a:ext cx="11010900" cy="990600"/>
          </a:xfrm>
          <a:prstGeom xmlns:a="http://schemas.openxmlformats.org/drawingml/2006/main" prst="roundRect">
            <a:avLst>
              <a:gd name="adj" fmla="val 13462"/>
            </a:avLst>
          </a:prstGeom>
          <a:solidFill xmlns:a="http://schemas.openxmlformats.org/drawingml/2006/main">
            <a:srgbClr val="113646"/>
          </a:solidFill>
          <a:ln xmlns:a="http://schemas.openxmlformats.org/drawingml/2006/main" w="9525">
            <a:solidFill>
              <a:srgbClr val="31505F"/>
            </a:solidFill>
            <a:prstDash val="solid"/>
          </a:ln>
        </p:spPr>
      </p:sp>
      <p:sp>
        <p:nvSpPr>
          <p:cNvPr id="13" name="">
            <a:extLst xmlns:a="http://schemas.openxmlformats.org/drawingml/2006/main">
              <a:ext uri="{FF2B5EF4-FFF2-40B4-BE49-F238E27FC236}">
                <a16:creationId xmlns:a16="http://schemas.microsoft.com/office/drawing/2014/main" id="{4815301D-98A9-4EDF-BA4A-FEF17255E86E}"/>
              </a:ext>
            </a:extLst>
          </p:cNvPr>
          <p:cNvSpPr>
            <a:spLocks xmlns:a="http://schemas.openxmlformats.org/drawingml/2006/main" noGrp="1"/>
          </p:cNvSpPr>
          <p:nvPr/>
        </p:nvSpPr>
        <p:spPr>
          <a:xfrm xmlns:a="http://schemas.openxmlformats.org/drawingml/2006/main">
            <a:off x="838200" y="54292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vl1pPr algn="l">
              <a:buNone/>
              <a:defRPr sz="975" b="1">
                <a:solidFill>
                  <a:srgbClr val="F06449"/>
                </a:solidFill>
                <a:latin typeface="Arial"/>
                <a:ea typeface="Arial"/>
                <a:cs typeface="Arial"/>
              </a:defRPr>
            </a:lvl1pPr>
            <a:lvl2pPr algn="l">
              <a:buNone/>
              <a:defRPr sz="975" b="1">
                <a:solidFill>
                  <a:srgbClr val="F06449"/>
                </a:solidFill>
                <a:latin typeface="Arial"/>
                <a:ea typeface="Arial"/>
                <a:cs typeface="Arial"/>
              </a:defRPr>
            </a:lvl2pPr>
            <a:lvl3pPr algn="l">
              <a:buNone/>
              <a:defRPr sz="975" b="1">
                <a:solidFill>
                  <a:srgbClr val="F06449"/>
                </a:solidFill>
                <a:latin typeface="Arial"/>
                <a:ea typeface="Arial"/>
                <a:cs typeface="Arial"/>
              </a:defRPr>
            </a:lvl3pPr>
            <a:lvl4pPr algn="l">
              <a:buNone/>
              <a:defRPr sz="975" b="1">
                <a:solidFill>
                  <a:srgbClr val="F06449"/>
                </a:solidFill>
                <a:latin typeface="Arial"/>
                <a:ea typeface="Arial"/>
                <a:cs typeface="Arial"/>
              </a:defRPr>
            </a:lvl4pPr>
            <a:lvl5pPr algn="l">
              <a:buNone/>
              <a:defRPr sz="975" b="1">
                <a:solidFill>
                  <a:srgbClr val="F06449"/>
                </a:solidFill>
                <a:latin typeface="Arial"/>
                <a:ea typeface="Arial"/>
                <a:cs typeface="Arial"/>
              </a:defRPr>
            </a:lvl5pPr>
            <a:lvl6pPr algn="l">
              <a:buNone/>
              <a:defRPr sz="975" b="1">
                <a:solidFill>
                  <a:srgbClr val="F06449"/>
                </a:solidFill>
                <a:latin typeface="Arial"/>
                <a:ea typeface="Arial"/>
                <a:cs typeface="Arial"/>
              </a:defRPr>
            </a:lvl6pPr>
            <a:lvl7pPr algn="l">
              <a:buNone/>
              <a:defRPr sz="975" b="1">
                <a:solidFill>
                  <a:srgbClr val="F06449"/>
                </a:solidFill>
                <a:latin typeface="Arial"/>
                <a:ea typeface="Arial"/>
                <a:cs typeface="Arial"/>
              </a:defRPr>
            </a:lvl7pPr>
            <a:lvl8pPr algn="l">
              <a:buNone/>
              <a:defRPr sz="975" b="1">
                <a:solidFill>
                  <a:srgbClr val="F06449"/>
                </a:solidFill>
                <a:latin typeface="Arial"/>
                <a:ea typeface="Arial"/>
                <a:cs typeface="Arial"/>
              </a:defRPr>
            </a:lvl8pPr>
            <a:lvl9pPr algn="l">
              <a:buNone/>
              <a:defRPr sz="975" b="1">
                <a:solidFill>
                  <a:srgbClr val="F06449"/>
                </a:solidFill>
                <a:latin typeface="Arial"/>
                <a:ea typeface="Arial"/>
                <a:cs typeface="Arial"/>
              </a:defRPr>
            </a:lvl9pPr>
          </a:lstStyle>
          <a:p xmlns:a="http://schemas.openxmlformats.org/drawingml/2006/main">
            <a:pPr algn="l">
              <a:buNone/>
              <a:defRPr sz="975" b="1">
                <a:solidFill>
                  <a:srgbClr val="F06449"/>
                </a:solidFill>
                <a:latin typeface="Arial"/>
                <a:ea typeface="Arial"/>
                <a:cs typeface="Arial"/>
              </a:defRPr>
            </a:pPr>
            <a:r>
              <a:rPr sz="975" b="1">
                <a:solidFill>
                  <a:srgbClr val="F06449"/>
                </a:solidFill>
                <a:latin typeface="Arial"/>
                <a:ea typeface="Arial"/>
                <a:cs typeface="Arial"/>
              </a:rPr>
              <a:t>WHY IT HELPS</a:t>
            </a:r>
          </a:p>
        </p:txBody>
      </p:sp>
      <p:sp>
        <p:nvSpPr>
          <p:cNvPr id="14" name="">
            <a:extLst xmlns:a="http://schemas.openxmlformats.org/drawingml/2006/main">
              <a:ext uri="{FF2B5EF4-FFF2-40B4-BE49-F238E27FC236}">
                <a16:creationId xmlns:a16="http://schemas.microsoft.com/office/drawing/2014/main" id="{41015C48-7FB2-4A85-8424-6E750D654802}"/>
              </a:ext>
            </a:extLst>
          </p:cNvPr>
          <p:cNvSpPr>
            <a:spLocks xmlns:a="http://schemas.openxmlformats.org/drawingml/2006/main" noGrp="1"/>
          </p:cNvSpPr>
          <p:nvPr/>
        </p:nvSpPr>
        <p:spPr>
          <a:xfrm xmlns:a="http://schemas.openxmlformats.org/drawingml/2006/main">
            <a:off x="2571750" y="5372100"/>
            <a:ext cx="8667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F3F6F2"/>
                </a:solidFill>
                <a:latin typeface="Arial"/>
                <a:ea typeface="Arial"/>
                <a:cs typeface="Arial"/>
              </a:defRPr>
            </a:defPPr>
            <a:lvl1pPr algn="l">
              <a:buNone/>
              <a:defRPr sz="1575" b="1">
                <a:solidFill>
                  <a:srgbClr val="F3F6F2"/>
                </a:solidFill>
                <a:latin typeface="Arial"/>
                <a:ea typeface="Arial"/>
                <a:cs typeface="Arial"/>
              </a:defRPr>
            </a:lvl1pPr>
            <a:lvl2pPr algn="l">
              <a:buNone/>
              <a:defRPr sz="1575" b="1">
                <a:solidFill>
                  <a:srgbClr val="F3F6F2"/>
                </a:solidFill>
                <a:latin typeface="Arial"/>
                <a:ea typeface="Arial"/>
                <a:cs typeface="Arial"/>
              </a:defRPr>
            </a:lvl2pPr>
            <a:lvl3pPr algn="l">
              <a:buNone/>
              <a:defRPr sz="1575" b="1">
                <a:solidFill>
                  <a:srgbClr val="F3F6F2"/>
                </a:solidFill>
                <a:latin typeface="Arial"/>
                <a:ea typeface="Arial"/>
                <a:cs typeface="Arial"/>
              </a:defRPr>
            </a:lvl3pPr>
            <a:lvl4pPr algn="l">
              <a:buNone/>
              <a:defRPr sz="1575" b="1">
                <a:solidFill>
                  <a:srgbClr val="F3F6F2"/>
                </a:solidFill>
                <a:latin typeface="Arial"/>
                <a:ea typeface="Arial"/>
                <a:cs typeface="Arial"/>
              </a:defRPr>
            </a:lvl4pPr>
            <a:lvl5pPr algn="l">
              <a:buNone/>
              <a:defRPr sz="1575" b="1">
                <a:solidFill>
                  <a:srgbClr val="F3F6F2"/>
                </a:solidFill>
                <a:latin typeface="Arial"/>
                <a:ea typeface="Arial"/>
                <a:cs typeface="Arial"/>
              </a:defRPr>
            </a:lvl5pPr>
            <a:lvl6pPr algn="l">
              <a:buNone/>
              <a:defRPr sz="1575" b="1">
                <a:solidFill>
                  <a:srgbClr val="F3F6F2"/>
                </a:solidFill>
                <a:latin typeface="Arial"/>
                <a:ea typeface="Arial"/>
                <a:cs typeface="Arial"/>
              </a:defRPr>
            </a:lvl6pPr>
            <a:lvl7pPr algn="l">
              <a:buNone/>
              <a:defRPr sz="1575" b="1">
                <a:solidFill>
                  <a:srgbClr val="F3F6F2"/>
                </a:solidFill>
                <a:latin typeface="Arial"/>
                <a:ea typeface="Arial"/>
                <a:cs typeface="Arial"/>
              </a:defRPr>
            </a:lvl7pPr>
            <a:lvl8pPr algn="l">
              <a:buNone/>
              <a:defRPr sz="1575" b="1">
                <a:solidFill>
                  <a:srgbClr val="F3F6F2"/>
                </a:solidFill>
                <a:latin typeface="Arial"/>
                <a:ea typeface="Arial"/>
                <a:cs typeface="Arial"/>
              </a:defRPr>
            </a:lvl8pPr>
            <a:lvl9pPr algn="l">
              <a:buNone/>
              <a:defRPr sz="1575" b="1">
                <a:solidFill>
                  <a:srgbClr val="F3F6F2"/>
                </a:solidFill>
                <a:latin typeface="Arial"/>
                <a:ea typeface="Arial"/>
                <a:cs typeface="Arial"/>
              </a:defRPr>
            </a:lvl9pPr>
          </a:lstStyle>
          <a:p xmlns:a="http://schemas.openxmlformats.org/drawingml/2006/main">
            <a:pPr algn="l">
              <a:buNone/>
              <a:defRPr sz="1575" b="1">
                <a:solidFill>
                  <a:srgbClr val="F3F6F2"/>
                </a:solidFill>
                <a:latin typeface="Arial"/>
                <a:ea typeface="Arial"/>
                <a:cs typeface="Arial"/>
              </a:defRPr>
            </a:pPr>
            <a:r>
              <a:rPr sz="1575" b="1">
                <a:solidFill>
                  <a:srgbClr val="F3F6F2"/>
                </a:solidFill>
                <a:latin typeface="Arial"/>
                <a:ea typeface="Arial"/>
                <a:cs typeface="Arial"/>
              </a:rPr>
              <a:t>A planner gets one ranked list and can still see the evidence behind each area.</a:t>
            </a:r>
          </a:p>
        </p:txBody>
      </p:sp>
    </p:spTree>
    <p:extLst>
      <p:ext uri="{BB962C8B-B14F-4D97-AF65-F5344CB8AC3E}">
        <p14:creationId xmlns:p14="http://schemas.microsoft.com/office/powerpoint/2010/main" val="1586517085"/>
      </p:ext>
    </p:extLst>
  </p:cSld>
</p:sld>
</file>

<file path=ppt/slides/slide8.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DB1B963-9DF9-4716-BF0C-ED4B8F5855A7}"/>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NEXT STEP</a:t>
            </a:r>
          </a:p>
        </p:txBody>
      </p:sp>
      <p:sp>
        <p:nvSpPr>
          <p:cNvPr id="2" name="">
            <a:extLst xmlns:a="http://schemas.openxmlformats.org/drawingml/2006/main">
              <a:ext uri="{FF2B5EF4-FFF2-40B4-BE49-F238E27FC236}">
                <a16:creationId xmlns:a16="http://schemas.microsoft.com/office/drawing/2014/main" id="{619F628E-2AFD-4ECE-9173-2F80E09DD290}"/>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How we would test it with planners</a:t>
            </a:r>
          </a:p>
        </p:txBody>
      </p:sp>
      <p:sp>
        <p:nvSpPr>
          <p:cNvPr id="3" name="">
            <a:extLst xmlns:a="http://schemas.openxmlformats.org/drawingml/2006/main">
              <a:ext uri="{FF2B5EF4-FFF2-40B4-BE49-F238E27FC236}">
                <a16:creationId xmlns:a16="http://schemas.microsoft.com/office/drawing/2014/main" id="{EED12C04-19E6-49C4-9FF6-FCDE13367A5B}"/>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EDA3F38C-5196-4DD9-9CE5-7343F9F1AD23}"/>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7280FD12-1BBC-4B04-9B6D-C883C167E4A8}"/>
              </a:ext>
            </a:extLst>
          </p:cNvPr>
          <p:cNvSpPr>
            <a:spLocks xmlns:a="http://schemas.openxmlformats.org/drawingml/2006/main" noGrp="1"/>
          </p:cNvSpPr>
          <p:nvPr/>
        </p:nvSpPr>
        <p:spPr>
          <a:xfrm xmlns:a="http://schemas.openxmlformats.org/drawingml/2006/main">
            <a:off x="590550"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D5FD5403-D9EB-492F-B5B6-AB048E7A9AA4}"/>
              </a:ext>
            </a:extLst>
          </p:cNvPr>
          <p:cNvSpPr>
            <a:spLocks xmlns:a="http://schemas.openxmlformats.org/drawingml/2006/main" noGrp="1"/>
          </p:cNvSpPr>
          <p:nvPr/>
        </p:nvSpPr>
        <p:spPr>
          <a:xfrm xmlns:a="http://schemas.openxmlformats.org/drawingml/2006/main">
            <a:off x="800100" y="1885950"/>
            <a:ext cx="495300" cy="495300"/>
          </a:xfrm>
          <a:prstGeom xmlns:a="http://schemas.openxmlformats.org/drawingml/2006/main" prst="ellipse">
            <a:avLst/>
          </a:prstGeom>
          <a:solidFill xmlns:a="http://schemas.openxmlformats.org/drawingml/2006/main">
            <a:srgbClr val="1AA58F"/>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vl1pPr algn="ctr">
              <a:buNone/>
              <a:defRPr sz="1650" b="1">
                <a:solidFill>
                  <a:srgbClr val="F3F6F2"/>
                </a:solidFill>
              </a:defRPr>
            </a:lvl1pPr>
            <a:lvl2pPr algn="ctr">
              <a:buNone/>
              <a:defRPr sz="1650" b="1">
                <a:solidFill>
                  <a:srgbClr val="F3F6F2"/>
                </a:solidFill>
              </a:defRPr>
            </a:lvl2pPr>
            <a:lvl3pPr algn="ctr">
              <a:buNone/>
              <a:defRPr sz="1650" b="1">
                <a:solidFill>
                  <a:srgbClr val="F3F6F2"/>
                </a:solidFill>
              </a:defRPr>
            </a:lvl3pPr>
            <a:lvl4pPr algn="ctr">
              <a:buNone/>
              <a:defRPr sz="1650" b="1">
                <a:solidFill>
                  <a:srgbClr val="F3F6F2"/>
                </a:solidFill>
              </a:defRPr>
            </a:lvl4pPr>
            <a:lvl5pPr algn="ctr">
              <a:buNone/>
              <a:defRPr sz="1650" b="1">
                <a:solidFill>
                  <a:srgbClr val="F3F6F2"/>
                </a:solidFill>
              </a:defRPr>
            </a:lvl5pPr>
            <a:lvl6pPr algn="ctr">
              <a:buNone/>
              <a:defRPr sz="1650" b="1">
                <a:solidFill>
                  <a:srgbClr val="F3F6F2"/>
                </a:solidFill>
              </a:defRPr>
            </a:lvl6pPr>
            <a:lvl7pPr algn="ctr">
              <a:buNone/>
              <a:defRPr sz="1650" b="1">
                <a:solidFill>
                  <a:srgbClr val="F3F6F2"/>
                </a:solidFill>
              </a:defRPr>
            </a:lvl7pPr>
            <a:lvl8pPr algn="ctr">
              <a:buNone/>
              <a:defRPr sz="1650" b="1">
                <a:solidFill>
                  <a:srgbClr val="F3F6F2"/>
                </a:solidFill>
              </a:defRPr>
            </a:lvl8pPr>
            <a:lvl9pPr algn="ctr">
              <a:buNone/>
              <a:defRPr sz="1650" b="1">
                <a:solidFill>
                  <a:srgbClr val="F3F6F2"/>
                </a:solidFill>
              </a:defRPr>
            </a:lvl9pPr>
          </a:lstStyle>
          <a:p xmlns:a="http://schemas.openxmlformats.org/drawingml/2006/main">
            <a:pPr algn="ctr">
              <a:buNone/>
              <a:defRPr sz="1650" b="1">
                <a:solidFill>
                  <a:srgbClr val="F3F6F2"/>
                </a:solidFill>
              </a:defRPr>
            </a:pPr>
            <a:r>
              <a:rPr sz="1650" b="1">
                <a:solidFill>
                  <a:srgbClr val="F3F6F2"/>
                </a:solidFill>
              </a:rPr>
              <a:t>1</a:t>
            </a:r>
          </a:p>
        </p:txBody>
      </p:sp>
      <p:sp>
        <p:nvSpPr>
          <p:cNvPr id="7" name="">
            <a:extLst xmlns:a="http://schemas.openxmlformats.org/drawingml/2006/main">
              <a:ext uri="{FF2B5EF4-FFF2-40B4-BE49-F238E27FC236}">
                <a16:creationId xmlns:a16="http://schemas.microsoft.com/office/drawing/2014/main" id="{DBB75A91-1537-4CAE-8FD7-C27475AE6BAC}"/>
              </a:ext>
            </a:extLst>
          </p:cNvPr>
          <p:cNvSpPr>
            <a:spLocks xmlns:a="http://schemas.openxmlformats.org/drawingml/2006/main" noGrp="1"/>
          </p:cNvSpPr>
          <p:nvPr/>
        </p:nvSpPr>
        <p:spPr>
          <a:xfrm xmlns:a="http://schemas.openxmlformats.org/drawingml/2006/main">
            <a:off x="800100"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vl1pPr algn="l">
              <a:buNone/>
              <a:defRPr sz="1950" b="1">
                <a:solidFill>
                  <a:srgbClr val="F3F6F2"/>
                </a:solidFill>
                <a:latin typeface="Arial"/>
                <a:ea typeface="Arial"/>
                <a:cs typeface="Arial"/>
              </a:defRPr>
            </a:lvl1pPr>
            <a:lvl2pPr algn="l">
              <a:buNone/>
              <a:defRPr sz="1950" b="1">
                <a:solidFill>
                  <a:srgbClr val="F3F6F2"/>
                </a:solidFill>
                <a:latin typeface="Arial"/>
                <a:ea typeface="Arial"/>
                <a:cs typeface="Arial"/>
              </a:defRPr>
            </a:lvl2pPr>
            <a:lvl3pPr algn="l">
              <a:buNone/>
              <a:defRPr sz="1950" b="1">
                <a:solidFill>
                  <a:srgbClr val="F3F6F2"/>
                </a:solidFill>
                <a:latin typeface="Arial"/>
                <a:ea typeface="Arial"/>
                <a:cs typeface="Arial"/>
              </a:defRPr>
            </a:lvl3pPr>
            <a:lvl4pPr algn="l">
              <a:buNone/>
              <a:defRPr sz="1950" b="1">
                <a:solidFill>
                  <a:srgbClr val="F3F6F2"/>
                </a:solidFill>
                <a:latin typeface="Arial"/>
                <a:ea typeface="Arial"/>
                <a:cs typeface="Arial"/>
              </a:defRPr>
            </a:lvl4pPr>
            <a:lvl5pPr algn="l">
              <a:buNone/>
              <a:defRPr sz="1950" b="1">
                <a:solidFill>
                  <a:srgbClr val="F3F6F2"/>
                </a:solidFill>
                <a:latin typeface="Arial"/>
                <a:ea typeface="Arial"/>
                <a:cs typeface="Arial"/>
              </a:defRPr>
            </a:lvl5pPr>
            <a:lvl6pPr algn="l">
              <a:buNone/>
              <a:defRPr sz="1950" b="1">
                <a:solidFill>
                  <a:srgbClr val="F3F6F2"/>
                </a:solidFill>
                <a:latin typeface="Arial"/>
                <a:ea typeface="Arial"/>
                <a:cs typeface="Arial"/>
              </a:defRPr>
            </a:lvl6pPr>
            <a:lvl7pPr algn="l">
              <a:buNone/>
              <a:defRPr sz="1950" b="1">
                <a:solidFill>
                  <a:srgbClr val="F3F6F2"/>
                </a:solidFill>
                <a:latin typeface="Arial"/>
                <a:ea typeface="Arial"/>
                <a:cs typeface="Arial"/>
              </a:defRPr>
            </a:lvl7pPr>
            <a:lvl8pPr algn="l">
              <a:buNone/>
              <a:defRPr sz="1950" b="1">
                <a:solidFill>
                  <a:srgbClr val="F3F6F2"/>
                </a:solidFill>
                <a:latin typeface="Arial"/>
                <a:ea typeface="Arial"/>
                <a:cs typeface="Arial"/>
              </a:defRPr>
            </a:lvl8pPr>
            <a:lvl9pPr algn="l">
              <a:buNone/>
              <a:defRPr sz="1950" b="1">
                <a:solidFill>
                  <a:srgbClr val="F3F6F2"/>
                </a:solidFill>
                <a:latin typeface="Arial"/>
                <a:ea typeface="Arial"/>
                <a:cs typeface="Arial"/>
              </a:defRPr>
            </a:lvl9pPr>
          </a:lstStyle>
          <a:p xmlns:a="http://schemas.openxmlformats.org/drawingml/2006/main">
            <a:pPr algn="l">
              <a:buNone/>
              <a:defRPr sz="1950" b="1">
                <a:solidFill>
                  <a:srgbClr val="F3F6F2"/>
                </a:solidFill>
                <a:latin typeface="Arial"/>
                <a:ea typeface="Arial"/>
                <a:cs typeface="Arial"/>
              </a:defRPr>
            </a:pPr>
            <a:r>
              <a:rPr sz="1950" b="1">
                <a:solidFill>
                  <a:srgbClr val="F3F6F2"/>
                </a:solidFill>
                <a:latin typeface="Arial"/>
                <a:ea typeface="Arial"/>
                <a:cs typeface="Arial"/>
              </a:rPr>
              <a:t>Talk to users</a:t>
            </a:r>
          </a:p>
        </p:txBody>
      </p:sp>
      <p:sp>
        <p:nvSpPr>
          <p:cNvPr id="8" name="">
            <a:extLst xmlns:a="http://schemas.openxmlformats.org/drawingml/2006/main">
              <a:ext uri="{FF2B5EF4-FFF2-40B4-BE49-F238E27FC236}">
                <a16:creationId xmlns:a16="http://schemas.microsoft.com/office/drawing/2014/main" id="{50E6D35D-B0F9-400D-9DDE-B454A88C2A9B}"/>
              </a:ext>
            </a:extLst>
          </p:cNvPr>
          <p:cNvSpPr>
            <a:spLocks xmlns:a="http://schemas.openxmlformats.org/drawingml/2006/main" noGrp="1"/>
          </p:cNvSpPr>
          <p:nvPr/>
        </p:nvSpPr>
        <p:spPr>
          <a:xfrm xmlns:a="http://schemas.openxmlformats.org/drawingml/2006/main">
            <a:off x="800100"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vl1pPr algn="l">
              <a:buNone/>
              <a:defRPr sz="1200">
                <a:solidFill>
                  <a:srgbClr val="AFC4C6"/>
                </a:solidFill>
                <a:latin typeface="Arial"/>
                <a:ea typeface="Arial"/>
                <a:cs typeface="Arial"/>
              </a:defRPr>
            </a:lvl1pPr>
            <a:lvl2pPr algn="l">
              <a:buNone/>
              <a:defRPr sz="1200">
                <a:solidFill>
                  <a:srgbClr val="AFC4C6"/>
                </a:solidFill>
                <a:latin typeface="Arial"/>
                <a:ea typeface="Arial"/>
                <a:cs typeface="Arial"/>
              </a:defRPr>
            </a:lvl2pPr>
            <a:lvl3pPr algn="l">
              <a:buNone/>
              <a:defRPr sz="1200">
                <a:solidFill>
                  <a:srgbClr val="AFC4C6"/>
                </a:solidFill>
                <a:latin typeface="Arial"/>
                <a:ea typeface="Arial"/>
                <a:cs typeface="Arial"/>
              </a:defRPr>
            </a:lvl3pPr>
            <a:lvl4pPr algn="l">
              <a:buNone/>
              <a:defRPr sz="1200">
                <a:solidFill>
                  <a:srgbClr val="AFC4C6"/>
                </a:solidFill>
                <a:latin typeface="Arial"/>
                <a:ea typeface="Arial"/>
                <a:cs typeface="Arial"/>
              </a:defRPr>
            </a:lvl4pPr>
            <a:lvl5pPr algn="l">
              <a:buNone/>
              <a:defRPr sz="1200">
                <a:solidFill>
                  <a:srgbClr val="AFC4C6"/>
                </a:solidFill>
                <a:latin typeface="Arial"/>
                <a:ea typeface="Arial"/>
                <a:cs typeface="Arial"/>
              </a:defRPr>
            </a:lvl5pPr>
            <a:lvl6pPr algn="l">
              <a:buNone/>
              <a:defRPr sz="1200">
                <a:solidFill>
                  <a:srgbClr val="AFC4C6"/>
                </a:solidFill>
                <a:latin typeface="Arial"/>
                <a:ea typeface="Arial"/>
                <a:cs typeface="Arial"/>
              </a:defRPr>
            </a:lvl6pPr>
            <a:lvl7pPr algn="l">
              <a:buNone/>
              <a:defRPr sz="1200">
                <a:solidFill>
                  <a:srgbClr val="AFC4C6"/>
                </a:solidFill>
                <a:latin typeface="Arial"/>
                <a:ea typeface="Arial"/>
                <a:cs typeface="Arial"/>
              </a:defRPr>
            </a:lvl7pPr>
            <a:lvl8pPr algn="l">
              <a:buNone/>
              <a:defRPr sz="1200">
                <a:solidFill>
                  <a:srgbClr val="AFC4C6"/>
                </a:solidFill>
                <a:latin typeface="Arial"/>
                <a:ea typeface="Arial"/>
                <a:cs typeface="Arial"/>
              </a:defRPr>
            </a:lvl8pPr>
            <a:lvl9pPr algn="l">
              <a:buNone/>
              <a:defRPr sz="1200">
                <a:solidFill>
                  <a:srgbClr val="AFC4C6"/>
                </a:solidFill>
                <a:latin typeface="Arial"/>
                <a:ea typeface="Arial"/>
                <a:cs typeface="Arial"/>
              </a:defRPr>
            </a:lvl9pPr>
          </a:lstStyle>
          <a:p xmlns:a="http://schemas.openxmlformats.org/drawingml/2006/main">
            <a:pPr algn="l">
              <a:buNone/>
              <a:defRPr sz="1200">
                <a:solidFill>
                  <a:srgbClr val="AFC4C6"/>
                </a:solidFill>
                <a:latin typeface="Arial"/>
                <a:ea typeface="Arial"/>
                <a:cs typeface="Arial"/>
              </a:defRPr>
            </a:pPr>
            <a:r>
              <a:rPr sz="1200">
                <a:solidFill>
                  <a:srgbClr val="AFC4C6"/>
                </a:solidFill>
                <a:latin typeface="Arial"/>
                <a:ea typeface="Arial"/>
                <a:cs typeface="Arial"/>
              </a:rPr>
              <a:t>Ask planners and GIS staff how they choose inspection areas today.</a:t>
            </a:r>
          </a:p>
        </p:txBody>
      </p:sp>
      <p:sp>
        <p:nvSpPr>
          <p:cNvPr id="9" name="">
            <a:extLst xmlns:a="http://schemas.openxmlformats.org/drawingml/2006/main">
              <a:ext uri="{FF2B5EF4-FFF2-40B4-BE49-F238E27FC236}">
                <a16:creationId xmlns:a16="http://schemas.microsoft.com/office/drawing/2014/main" id="{37D955D8-8D27-4FCC-9810-7C3A76A6152C}"/>
              </a:ext>
            </a:extLst>
          </p:cNvPr>
          <p:cNvSpPr>
            <a:spLocks xmlns:a="http://schemas.openxmlformats.org/drawingml/2006/main" noGrp="1"/>
          </p:cNvSpPr>
          <p:nvPr/>
        </p:nvSpPr>
        <p:spPr>
          <a:xfrm xmlns:a="http://schemas.openxmlformats.org/drawingml/2006/main">
            <a:off x="3343275"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0" name="">
            <a:extLst xmlns:a="http://schemas.openxmlformats.org/drawingml/2006/main">
              <a:ext uri="{FF2B5EF4-FFF2-40B4-BE49-F238E27FC236}">
                <a16:creationId xmlns:a16="http://schemas.microsoft.com/office/drawing/2014/main" id="{5825BD5A-1283-490F-8928-58676203D1B5}"/>
              </a:ext>
            </a:extLst>
          </p:cNvPr>
          <p:cNvSpPr>
            <a:spLocks xmlns:a="http://schemas.openxmlformats.org/drawingml/2006/main" noGrp="1"/>
          </p:cNvSpPr>
          <p:nvPr/>
        </p:nvSpPr>
        <p:spPr>
          <a:xfrm xmlns:a="http://schemas.openxmlformats.org/drawingml/2006/main">
            <a:off x="3552825" y="1885950"/>
            <a:ext cx="495300" cy="495300"/>
          </a:xfrm>
          <a:prstGeom xmlns:a="http://schemas.openxmlformats.org/drawingml/2006/main" prst="ellipse">
            <a:avLst/>
          </a:prstGeom>
          <a:solidFill xmlns:a="http://schemas.openxmlformats.org/drawingml/2006/main">
            <a:srgbClr val="E2AD2B"/>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vl1pPr algn="ctr">
              <a:buNone/>
              <a:defRPr sz="1650" b="1">
                <a:solidFill>
                  <a:srgbClr val="F3F6F2"/>
                </a:solidFill>
              </a:defRPr>
            </a:lvl1pPr>
            <a:lvl2pPr algn="ctr">
              <a:buNone/>
              <a:defRPr sz="1650" b="1">
                <a:solidFill>
                  <a:srgbClr val="F3F6F2"/>
                </a:solidFill>
              </a:defRPr>
            </a:lvl2pPr>
            <a:lvl3pPr algn="ctr">
              <a:buNone/>
              <a:defRPr sz="1650" b="1">
                <a:solidFill>
                  <a:srgbClr val="F3F6F2"/>
                </a:solidFill>
              </a:defRPr>
            </a:lvl3pPr>
            <a:lvl4pPr algn="ctr">
              <a:buNone/>
              <a:defRPr sz="1650" b="1">
                <a:solidFill>
                  <a:srgbClr val="F3F6F2"/>
                </a:solidFill>
              </a:defRPr>
            </a:lvl4pPr>
            <a:lvl5pPr algn="ctr">
              <a:buNone/>
              <a:defRPr sz="1650" b="1">
                <a:solidFill>
                  <a:srgbClr val="F3F6F2"/>
                </a:solidFill>
              </a:defRPr>
            </a:lvl5pPr>
            <a:lvl6pPr algn="ctr">
              <a:buNone/>
              <a:defRPr sz="1650" b="1">
                <a:solidFill>
                  <a:srgbClr val="F3F6F2"/>
                </a:solidFill>
              </a:defRPr>
            </a:lvl6pPr>
            <a:lvl7pPr algn="ctr">
              <a:buNone/>
              <a:defRPr sz="1650" b="1">
                <a:solidFill>
                  <a:srgbClr val="F3F6F2"/>
                </a:solidFill>
              </a:defRPr>
            </a:lvl7pPr>
            <a:lvl8pPr algn="ctr">
              <a:buNone/>
              <a:defRPr sz="1650" b="1">
                <a:solidFill>
                  <a:srgbClr val="F3F6F2"/>
                </a:solidFill>
              </a:defRPr>
            </a:lvl8pPr>
            <a:lvl9pPr algn="ctr">
              <a:buNone/>
              <a:defRPr sz="1650" b="1">
                <a:solidFill>
                  <a:srgbClr val="F3F6F2"/>
                </a:solidFill>
              </a:defRPr>
            </a:lvl9pPr>
          </a:lstStyle>
          <a:p xmlns:a="http://schemas.openxmlformats.org/drawingml/2006/main">
            <a:pPr algn="ctr">
              <a:buNone/>
              <a:defRPr sz="1650" b="1">
                <a:solidFill>
                  <a:srgbClr val="F3F6F2"/>
                </a:solidFill>
              </a:defRPr>
            </a:pPr>
            <a:r>
              <a:rPr sz="1650" b="1">
                <a:solidFill>
                  <a:srgbClr val="F3F6F2"/>
                </a:solidFill>
              </a:rPr>
              <a:t>2</a:t>
            </a:r>
          </a:p>
        </p:txBody>
      </p:sp>
      <p:sp>
        <p:nvSpPr>
          <p:cNvPr id="11" name="">
            <a:extLst xmlns:a="http://schemas.openxmlformats.org/drawingml/2006/main">
              <a:ext uri="{FF2B5EF4-FFF2-40B4-BE49-F238E27FC236}">
                <a16:creationId xmlns:a16="http://schemas.microsoft.com/office/drawing/2014/main" id="{98F1D138-ED9E-4793-BC4C-C10437379E36}"/>
              </a:ext>
            </a:extLst>
          </p:cNvPr>
          <p:cNvSpPr>
            <a:spLocks xmlns:a="http://schemas.openxmlformats.org/drawingml/2006/main" noGrp="1"/>
          </p:cNvSpPr>
          <p:nvPr/>
        </p:nvSpPr>
        <p:spPr>
          <a:xfrm xmlns:a="http://schemas.openxmlformats.org/drawingml/2006/main">
            <a:off x="3552825"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vl1pPr algn="l">
              <a:buNone/>
              <a:defRPr sz="1950" b="1">
                <a:solidFill>
                  <a:srgbClr val="F3F6F2"/>
                </a:solidFill>
                <a:latin typeface="Arial"/>
                <a:ea typeface="Arial"/>
                <a:cs typeface="Arial"/>
              </a:defRPr>
            </a:lvl1pPr>
            <a:lvl2pPr algn="l">
              <a:buNone/>
              <a:defRPr sz="1950" b="1">
                <a:solidFill>
                  <a:srgbClr val="F3F6F2"/>
                </a:solidFill>
                <a:latin typeface="Arial"/>
                <a:ea typeface="Arial"/>
                <a:cs typeface="Arial"/>
              </a:defRPr>
            </a:lvl2pPr>
            <a:lvl3pPr algn="l">
              <a:buNone/>
              <a:defRPr sz="1950" b="1">
                <a:solidFill>
                  <a:srgbClr val="F3F6F2"/>
                </a:solidFill>
                <a:latin typeface="Arial"/>
                <a:ea typeface="Arial"/>
                <a:cs typeface="Arial"/>
              </a:defRPr>
            </a:lvl3pPr>
            <a:lvl4pPr algn="l">
              <a:buNone/>
              <a:defRPr sz="1950" b="1">
                <a:solidFill>
                  <a:srgbClr val="F3F6F2"/>
                </a:solidFill>
                <a:latin typeface="Arial"/>
                <a:ea typeface="Arial"/>
                <a:cs typeface="Arial"/>
              </a:defRPr>
            </a:lvl4pPr>
            <a:lvl5pPr algn="l">
              <a:buNone/>
              <a:defRPr sz="1950" b="1">
                <a:solidFill>
                  <a:srgbClr val="F3F6F2"/>
                </a:solidFill>
                <a:latin typeface="Arial"/>
                <a:ea typeface="Arial"/>
                <a:cs typeface="Arial"/>
              </a:defRPr>
            </a:lvl5pPr>
            <a:lvl6pPr algn="l">
              <a:buNone/>
              <a:defRPr sz="1950" b="1">
                <a:solidFill>
                  <a:srgbClr val="F3F6F2"/>
                </a:solidFill>
                <a:latin typeface="Arial"/>
                <a:ea typeface="Arial"/>
                <a:cs typeface="Arial"/>
              </a:defRPr>
            </a:lvl6pPr>
            <a:lvl7pPr algn="l">
              <a:buNone/>
              <a:defRPr sz="1950" b="1">
                <a:solidFill>
                  <a:srgbClr val="F3F6F2"/>
                </a:solidFill>
                <a:latin typeface="Arial"/>
                <a:ea typeface="Arial"/>
                <a:cs typeface="Arial"/>
              </a:defRPr>
            </a:lvl7pPr>
            <a:lvl8pPr algn="l">
              <a:buNone/>
              <a:defRPr sz="1950" b="1">
                <a:solidFill>
                  <a:srgbClr val="F3F6F2"/>
                </a:solidFill>
                <a:latin typeface="Arial"/>
                <a:ea typeface="Arial"/>
                <a:cs typeface="Arial"/>
              </a:defRPr>
            </a:lvl8pPr>
            <a:lvl9pPr algn="l">
              <a:buNone/>
              <a:defRPr sz="1950" b="1">
                <a:solidFill>
                  <a:srgbClr val="F3F6F2"/>
                </a:solidFill>
                <a:latin typeface="Arial"/>
                <a:ea typeface="Arial"/>
                <a:cs typeface="Arial"/>
              </a:defRPr>
            </a:lvl9pPr>
          </a:lstStyle>
          <a:p xmlns:a="http://schemas.openxmlformats.org/drawingml/2006/main">
            <a:pPr algn="l">
              <a:buNone/>
              <a:defRPr sz="1950" b="1">
                <a:solidFill>
                  <a:srgbClr val="F3F6F2"/>
                </a:solidFill>
                <a:latin typeface="Arial"/>
                <a:ea typeface="Arial"/>
                <a:cs typeface="Arial"/>
              </a:defRPr>
            </a:pPr>
            <a:r>
              <a:rPr sz="1950" b="1">
                <a:solidFill>
                  <a:srgbClr val="F3F6F2"/>
                </a:solidFill>
                <a:latin typeface="Arial"/>
                <a:ea typeface="Arial"/>
                <a:cs typeface="Arial"/>
              </a:rPr>
              <a:t>Check the top five</a:t>
            </a:r>
          </a:p>
        </p:txBody>
      </p:sp>
      <p:sp>
        <p:nvSpPr>
          <p:cNvPr id="12" name="">
            <a:extLst xmlns:a="http://schemas.openxmlformats.org/drawingml/2006/main">
              <a:ext uri="{FF2B5EF4-FFF2-40B4-BE49-F238E27FC236}">
                <a16:creationId xmlns:a16="http://schemas.microsoft.com/office/drawing/2014/main" id="{CD812E68-6FC3-4FCB-9EBD-643983B2D3FE}"/>
              </a:ext>
            </a:extLst>
          </p:cNvPr>
          <p:cNvSpPr>
            <a:spLocks xmlns:a="http://schemas.openxmlformats.org/drawingml/2006/main" noGrp="1"/>
          </p:cNvSpPr>
          <p:nvPr/>
        </p:nvSpPr>
        <p:spPr>
          <a:xfrm xmlns:a="http://schemas.openxmlformats.org/drawingml/2006/main">
            <a:off x="3552825"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vl1pPr algn="l">
              <a:buNone/>
              <a:defRPr sz="1200">
                <a:solidFill>
                  <a:srgbClr val="AFC4C6"/>
                </a:solidFill>
                <a:latin typeface="Arial"/>
                <a:ea typeface="Arial"/>
                <a:cs typeface="Arial"/>
              </a:defRPr>
            </a:lvl1pPr>
            <a:lvl2pPr algn="l">
              <a:buNone/>
              <a:defRPr sz="1200">
                <a:solidFill>
                  <a:srgbClr val="AFC4C6"/>
                </a:solidFill>
                <a:latin typeface="Arial"/>
                <a:ea typeface="Arial"/>
                <a:cs typeface="Arial"/>
              </a:defRPr>
            </a:lvl2pPr>
            <a:lvl3pPr algn="l">
              <a:buNone/>
              <a:defRPr sz="1200">
                <a:solidFill>
                  <a:srgbClr val="AFC4C6"/>
                </a:solidFill>
                <a:latin typeface="Arial"/>
                <a:ea typeface="Arial"/>
                <a:cs typeface="Arial"/>
              </a:defRPr>
            </a:lvl3pPr>
            <a:lvl4pPr algn="l">
              <a:buNone/>
              <a:defRPr sz="1200">
                <a:solidFill>
                  <a:srgbClr val="AFC4C6"/>
                </a:solidFill>
                <a:latin typeface="Arial"/>
                <a:ea typeface="Arial"/>
                <a:cs typeface="Arial"/>
              </a:defRPr>
            </a:lvl4pPr>
            <a:lvl5pPr algn="l">
              <a:buNone/>
              <a:defRPr sz="1200">
                <a:solidFill>
                  <a:srgbClr val="AFC4C6"/>
                </a:solidFill>
                <a:latin typeface="Arial"/>
                <a:ea typeface="Arial"/>
                <a:cs typeface="Arial"/>
              </a:defRPr>
            </a:lvl5pPr>
            <a:lvl6pPr algn="l">
              <a:buNone/>
              <a:defRPr sz="1200">
                <a:solidFill>
                  <a:srgbClr val="AFC4C6"/>
                </a:solidFill>
                <a:latin typeface="Arial"/>
                <a:ea typeface="Arial"/>
                <a:cs typeface="Arial"/>
              </a:defRPr>
            </a:lvl6pPr>
            <a:lvl7pPr algn="l">
              <a:buNone/>
              <a:defRPr sz="1200">
                <a:solidFill>
                  <a:srgbClr val="AFC4C6"/>
                </a:solidFill>
                <a:latin typeface="Arial"/>
                <a:ea typeface="Arial"/>
                <a:cs typeface="Arial"/>
              </a:defRPr>
            </a:lvl7pPr>
            <a:lvl8pPr algn="l">
              <a:buNone/>
              <a:defRPr sz="1200">
                <a:solidFill>
                  <a:srgbClr val="AFC4C6"/>
                </a:solidFill>
                <a:latin typeface="Arial"/>
                <a:ea typeface="Arial"/>
                <a:cs typeface="Arial"/>
              </a:defRPr>
            </a:lvl8pPr>
            <a:lvl9pPr algn="l">
              <a:buNone/>
              <a:defRPr sz="1200">
                <a:solidFill>
                  <a:srgbClr val="AFC4C6"/>
                </a:solidFill>
                <a:latin typeface="Arial"/>
                <a:ea typeface="Arial"/>
                <a:cs typeface="Arial"/>
              </a:defRPr>
            </a:lvl9pPr>
          </a:lstStyle>
          <a:p xmlns:a="http://schemas.openxmlformats.org/drawingml/2006/main">
            <a:pPr algn="l">
              <a:buNone/>
              <a:defRPr sz="1200">
                <a:solidFill>
                  <a:srgbClr val="AFC4C6"/>
                </a:solidFill>
                <a:latin typeface="Arial"/>
                <a:ea typeface="Arial"/>
                <a:cs typeface="Arial"/>
              </a:defRPr>
            </a:pPr>
            <a:r>
              <a:rPr sz="1200">
                <a:solidFill>
                  <a:srgbClr val="AFC4C6"/>
                </a:solidFill>
                <a:latin typeface="Arial"/>
                <a:ea typeface="Arial"/>
                <a:cs typeface="Arial"/>
              </a:rPr>
              <a:t>Compare the ranking with local plans and visits to the area.</a:t>
            </a:r>
          </a:p>
        </p:txBody>
      </p:sp>
      <p:sp>
        <p:nvSpPr>
          <p:cNvPr id="13" name="">
            <a:extLst xmlns:a="http://schemas.openxmlformats.org/drawingml/2006/main">
              <a:ext uri="{FF2B5EF4-FFF2-40B4-BE49-F238E27FC236}">
                <a16:creationId xmlns:a16="http://schemas.microsoft.com/office/drawing/2014/main" id="{826A4375-85BA-4255-BF7C-A4AACD519587}"/>
              </a:ext>
            </a:extLst>
          </p:cNvPr>
          <p:cNvSpPr>
            <a:spLocks xmlns:a="http://schemas.openxmlformats.org/drawingml/2006/main" noGrp="1"/>
          </p:cNvSpPr>
          <p:nvPr/>
        </p:nvSpPr>
        <p:spPr>
          <a:xfrm xmlns:a="http://schemas.openxmlformats.org/drawingml/2006/main">
            <a:off x="6096000"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0AD84B9D-2B1E-4D1C-981F-BC8F73DFEF41}"/>
              </a:ext>
            </a:extLst>
          </p:cNvPr>
          <p:cNvSpPr>
            <a:spLocks xmlns:a="http://schemas.openxmlformats.org/drawingml/2006/main" noGrp="1"/>
          </p:cNvSpPr>
          <p:nvPr/>
        </p:nvSpPr>
        <p:spPr>
          <a:xfrm xmlns:a="http://schemas.openxmlformats.org/drawingml/2006/main">
            <a:off x="6305550" y="1885950"/>
            <a:ext cx="495300" cy="495300"/>
          </a:xfrm>
          <a:prstGeom xmlns:a="http://schemas.openxmlformats.org/drawingml/2006/main" prst="ellipse">
            <a:avLst/>
          </a:prstGeom>
          <a:solidFill xmlns:a="http://schemas.openxmlformats.org/drawingml/2006/main">
            <a:srgbClr val="F06449"/>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vl1pPr algn="ctr">
              <a:buNone/>
              <a:defRPr sz="1650" b="1">
                <a:solidFill>
                  <a:srgbClr val="F3F6F2"/>
                </a:solidFill>
              </a:defRPr>
            </a:lvl1pPr>
            <a:lvl2pPr algn="ctr">
              <a:buNone/>
              <a:defRPr sz="1650" b="1">
                <a:solidFill>
                  <a:srgbClr val="F3F6F2"/>
                </a:solidFill>
              </a:defRPr>
            </a:lvl2pPr>
            <a:lvl3pPr algn="ctr">
              <a:buNone/>
              <a:defRPr sz="1650" b="1">
                <a:solidFill>
                  <a:srgbClr val="F3F6F2"/>
                </a:solidFill>
              </a:defRPr>
            </a:lvl3pPr>
            <a:lvl4pPr algn="ctr">
              <a:buNone/>
              <a:defRPr sz="1650" b="1">
                <a:solidFill>
                  <a:srgbClr val="F3F6F2"/>
                </a:solidFill>
              </a:defRPr>
            </a:lvl4pPr>
            <a:lvl5pPr algn="ctr">
              <a:buNone/>
              <a:defRPr sz="1650" b="1">
                <a:solidFill>
                  <a:srgbClr val="F3F6F2"/>
                </a:solidFill>
              </a:defRPr>
            </a:lvl5pPr>
            <a:lvl6pPr algn="ctr">
              <a:buNone/>
              <a:defRPr sz="1650" b="1">
                <a:solidFill>
                  <a:srgbClr val="F3F6F2"/>
                </a:solidFill>
              </a:defRPr>
            </a:lvl6pPr>
            <a:lvl7pPr algn="ctr">
              <a:buNone/>
              <a:defRPr sz="1650" b="1">
                <a:solidFill>
                  <a:srgbClr val="F3F6F2"/>
                </a:solidFill>
              </a:defRPr>
            </a:lvl7pPr>
            <a:lvl8pPr algn="ctr">
              <a:buNone/>
              <a:defRPr sz="1650" b="1">
                <a:solidFill>
                  <a:srgbClr val="F3F6F2"/>
                </a:solidFill>
              </a:defRPr>
            </a:lvl8pPr>
            <a:lvl9pPr algn="ctr">
              <a:buNone/>
              <a:defRPr sz="1650" b="1">
                <a:solidFill>
                  <a:srgbClr val="F3F6F2"/>
                </a:solidFill>
              </a:defRPr>
            </a:lvl9pPr>
          </a:lstStyle>
          <a:p xmlns:a="http://schemas.openxmlformats.org/drawingml/2006/main">
            <a:pPr algn="ctr">
              <a:buNone/>
              <a:defRPr sz="1650" b="1">
                <a:solidFill>
                  <a:srgbClr val="F3F6F2"/>
                </a:solidFill>
              </a:defRPr>
            </a:pPr>
            <a:r>
              <a:rPr sz="1650" b="1">
                <a:solidFill>
                  <a:srgbClr val="F3F6F2"/>
                </a:solidFill>
              </a:rPr>
              <a:t>3</a:t>
            </a:r>
          </a:p>
        </p:txBody>
      </p:sp>
      <p:sp>
        <p:nvSpPr>
          <p:cNvPr id="15" name="">
            <a:extLst xmlns:a="http://schemas.openxmlformats.org/drawingml/2006/main">
              <a:ext uri="{FF2B5EF4-FFF2-40B4-BE49-F238E27FC236}">
                <a16:creationId xmlns:a16="http://schemas.microsoft.com/office/drawing/2014/main" id="{5FA37AE1-7C7C-4307-B35A-CF7B30B783AB}"/>
              </a:ext>
            </a:extLst>
          </p:cNvPr>
          <p:cNvSpPr>
            <a:spLocks xmlns:a="http://schemas.openxmlformats.org/drawingml/2006/main" noGrp="1"/>
          </p:cNvSpPr>
          <p:nvPr/>
        </p:nvSpPr>
        <p:spPr>
          <a:xfrm xmlns:a="http://schemas.openxmlformats.org/drawingml/2006/main">
            <a:off x="6305550"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vl1pPr algn="l">
              <a:buNone/>
              <a:defRPr sz="1950" b="1">
                <a:solidFill>
                  <a:srgbClr val="F3F6F2"/>
                </a:solidFill>
                <a:latin typeface="Arial"/>
                <a:ea typeface="Arial"/>
                <a:cs typeface="Arial"/>
              </a:defRPr>
            </a:lvl1pPr>
            <a:lvl2pPr algn="l">
              <a:buNone/>
              <a:defRPr sz="1950" b="1">
                <a:solidFill>
                  <a:srgbClr val="F3F6F2"/>
                </a:solidFill>
                <a:latin typeface="Arial"/>
                <a:ea typeface="Arial"/>
                <a:cs typeface="Arial"/>
              </a:defRPr>
            </a:lvl2pPr>
            <a:lvl3pPr algn="l">
              <a:buNone/>
              <a:defRPr sz="1950" b="1">
                <a:solidFill>
                  <a:srgbClr val="F3F6F2"/>
                </a:solidFill>
                <a:latin typeface="Arial"/>
                <a:ea typeface="Arial"/>
                <a:cs typeface="Arial"/>
              </a:defRPr>
            </a:lvl3pPr>
            <a:lvl4pPr algn="l">
              <a:buNone/>
              <a:defRPr sz="1950" b="1">
                <a:solidFill>
                  <a:srgbClr val="F3F6F2"/>
                </a:solidFill>
                <a:latin typeface="Arial"/>
                <a:ea typeface="Arial"/>
                <a:cs typeface="Arial"/>
              </a:defRPr>
            </a:lvl4pPr>
            <a:lvl5pPr algn="l">
              <a:buNone/>
              <a:defRPr sz="1950" b="1">
                <a:solidFill>
                  <a:srgbClr val="F3F6F2"/>
                </a:solidFill>
                <a:latin typeface="Arial"/>
                <a:ea typeface="Arial"/>
                <a:cs typeface="Arial"/>
              </a:defRPr>
            </a:lvl5pPr>
            <a:lvl6pPr algn="l">
              <a:buNone/>
              <a:defRPr sz="1950" b="1">
                <a:solidFill>
                  <a:srgbClr val="F3F6F2"/>
                </a:solidFill>
                <a:latin typeface="Arial"/>
                <a:ea typeface="Arial"/>
                <a:cs typeface="Arial"/>
              </a:defRPr>
            </a:lvl6pPr>
            <a:lvl7pPr algn="l">
              <a:buNone/>
              <a:defRPr sz="1950" b="1">
                <a:solidFill>
                  <a:srgbClr val="F3F6F2"/>
                </a:solidFill>
                <a:latin typeface="Arial"/>
                <a:ea typeface="Arial"/>
                <a:cs typeface="Arial"/>
              </a:defRPr>
            </a:lvl7pPr>
            <a:lvl8pPr algn="l">
              <a:buNone/>
              <a:defRPr sz="1950" b="1">
                <a:solidFill>
                  <a:srgbClr val="F3F6F2"/>
                </a:solidFill>
                <a:latin typeface="Arial"/>
                <a:ea typeface="Arial"/>
                <a:cs typeface="Arial"/>
              </a:defRPr>
            </a:lvl8pPr>
            <a:lvl9pPr algn="l">
              <a:buNone/>
              <a:defRPr sz="1950" b="1">
                <a:solidFill>
                  <a:srgbClr val="F3F6F2"/>
                </a:solidFill>
                <a:latin typeface="Arial"/>
                <a:ea typeface="Arial"/>
                <a:cs typeface="Arial"/>
              </a:defRPr>
            </a:lvl9pPr>
          </a:lstStyle>
          <a:p xmlns:a="http://schemas.openxmlformats.org/drawingml/2006/main">
            <a:pPr algn="l">
              <a:buNone/>
              <a:defRPr sz="1950" b="1">
                <a:solidFill>
                  <a:srgbClr val="F3F6F2"/>
                </a:solidFill>
                <a:latin typeface="Arial"/>
                <a:ea typeface="Arial"/>
                <a:cs typeface="Arial"/>
              </a:defRPr>
            </a:pPr>
            <a:r>
              <a:rPr sz="1950" b="1">
                <a:solidFill>
                  <a:srgbClr val="F3F6F2"/>
                </a:solidFill>
                <a:latin typeface="Arial"/>
                <a:ea typeface="Arial"/>
                <a:cs typeface="Arial"/>
              </a:rPr>
              <a:t>Fix the score</a:t>
            </a:r>
          </a:p>
        </p:txBody>
      </p:sp>
      <p:sp>
        <p:nvSpPr>
          <p:cNvPr id="16" name="">
            <a:extLst xmlns:a="http://schemas.openxmlformats.org/drawingml/2006/main">
              <a:ext uri="{FF2B5EF4-FFF2-40B4-BE49-F238E27FC236}">
                <a16:creationId xmlns:a16="http://schemas.microsoft.com/office/drawing/2014/main" id="{0ACE3E1F-8F58-4551-AA79-887702A60239}"/>
              </a:ext>
            </a:extLst>
          </p:cNvPr>
          <p:cNvSpPr>
            <a:spLocks xmlns:a="http://schemas.openxmlformats.org/drawingml/2006/main" noGrp="1"/>
          </p:cNvSpPr>
          <p:nvPr/>
        </p:nvSpPr>
        <p:spPr>
          <a:xfrm xmlns:a="http://schemas.openxmlformats.org/drawingml/2006/main">
            <a:off x="6305550"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vl1pPr algn="l">
              <a:buNone/>
              <a:defRPr sz="1200">
                <a:solidFill>
                  <a:srgbClr val="AFC4C6"/>
                </a:solidFill>
                <a:latin typeface="Arial"/>
                <a:ea typeface="Arial"/>
                <a:cs typeface="Arial"/>
              </a:defRPr>
            </a:lvl1pPr>
            <a:lvl2pPr algn="l">
              <a:buNone/>
              <a:defRPr sz="1200">
                <a:solidFill>
                  <a:srgbClr val="AFC4C6"/>
                </a:solidFill>
                <a:latin typeface="Arial"/>
                <a:ea typeface="Arial"/>
                <a:cs typeface="Arial"/>
              </a:defRPr>
            </a:lvl2pPr>
            <a:lvl3pPr algn="l">
              <a:buNone/>
              <a:defRPr sz="1200">
                <a:solidFill>
                  <a:srgbClr val="AFC4C6"/>
                </a:solidFill>
                <a:latin typeface="Arial"/>
                <a:ea typeface="Arial"/>
                <a:cs typeface="Arial"/>
              </a:defRPr>
            </a:lvl3pPr>
            <a:lvl4pPr algn="l">
              <a:buNone/>
              <a:defRPr sz="1200">
                <a:solidFill>
                  <a:srgbClr val="AFC4C6"/>
                </a:solidFill>
                <a:latin typeface="Arial"/>
                <a:ea typeface="Arial"/>
                <a:cs typeface="Arial"/>
              </a:defRPr>
            </a:lvl4pPr>
            <a:lvl5pPr algn="l">
              <a:buNone/>
              <a:defRPr sz="1200">
                <a:solidFill>
                  <a:srgbClr val="AFC4C6"/>
                </a:solidFill>
                <a:latin typeface="Arial"/>
                <a:ea typeface="Arial"/>
                <a:cs typeface="Arial"/>
              </a:defRPr>
            </a:lvl5pPr>
            <a:lvl6pPr algn="l">
              <a:buNone/>
              <a:defRPr sz="1200">
                <a:solidFill>
                  <a:srgbClr val="AFC4C6"/>
                </a:solidFill>
                <a:latin typeface="Arial"/>
                <a:ea typeface="Arial"/>
                <a:cs typeface="Arial"/>
              </a:defRPr>
            </a:lvl6pPr>
            <a:lvl7pPr algn="l">
              <a:buNone/>
              <a:defRPr sz="1200">
                <a:solidFill>
                  <a:srgbClr val="AFC4C6"/>
                </a:solidFill>
                <a:latin typeface="Arial"/>
                <a:ea typeface="Arial"/>
                <a:cs typeface="Arial"/>
              </a:defRPr>
            </a:lvl7pPr>
            <a:lvl8pPr algn="l">
              <a:buNone/>
              <a:defRPr sz="1200">
                <a:solidFill>
                  <a:srgbClr val="AFC4C6"/>
                </a:solidFill>
                <a:latin typeface="Arial"/>
                <a:ea typeface="Arial"/>
                <a:cs typeface="Arial"/>
              </a:defRPr>
            </a:lvl8pPr>
            <a:lvl9pPr algn="l">
              <a:buNone/>
              <a:defRPr sz="1200">
                <a:solidFill>
                  <a:srgbClr val="AFC4C6"/>
                </a:solidFill>
                <a:latin typeface="Arial"/>
                <a:ea typeface="Arial"/>
                <a:cs typeface="Arial"/>
              </a:defRPr>
            </a:lvl9pPr>
          </a:lstStyle>
          <a:p xmlns:a="http://schemas.openxmlformats.org/drawingml/2006/main">
            <a:pPr algn="l">
              <a:buNone/>
              <a:defRPr sz="1200">
                <a:solidFill>
                  <a:srgbClr val="AFC4C6"/>
                </a:solidFill>
                <a:latin typeface="Arial"/>
                <a:ea typeface="Arial"/>
                <a:cs typeface="Arial"/>
              </a:defRPr>
            </a:pPr>
            <a:r>
              <a:rPr sz="1200">
                <a:solidFill>
                  <a:srgbClr val="AFC4C6"/>
                </a:solidFill>
                <a:latin typeface="Arial"/>
                <a:ea typeface="Arial"/>
                <a:cs typeface="Arial"/>
              </a:rPr>
              <a:t>Adjust the weights and add local information that we are missing.</a:t>
            </a:r>
          </a:p>
        </p:txBody>
      </p:sp>
      <p:sp>
        <p:nvSpPr>
          <p:cNvPr id="17" name="">
            <a:extLst xmlns:a="http://schemas.openxmlformats.org/drawingml/2006/main">
              <a:ext uri="{FF2B5EF4-FFF2-40B4-BE49-F238E27FC236}">
                <a16:creationId xmlns:a16="http://schemas.microsoft.com/office/drawing/2014/main" id="{06C1AA94-6740-4603-A8BD-9CFF64036BC6}"/>
              </a:ext>
            </a:extLst>
          </p:cNvPr>
          <p:cNvSpPr>
            <a:spLocks xmlns:a="http://schemas.openxmlformats.org/drawingml/2006/main" noGrp="1"/>
          </p:cNvSpPr>
          <p:nvPr/>
        </p:nvSpPr>
        <p:spPr>
          <a:xfrm xmlns:a="http://schemas.openxmlformats.org/drawingml/2006/main">
            <a:off x="8848725"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D404599A-7F95-40C4-941C-5E7FB150B909}"/>
              </a:ext>
            </a:extLst>
          </p:cNvPr>
          <p:cNvSpPr>
            <a:spLocks xmlns:a="http://schemas.openxmlformats.org/drawingml/2006/main" noGrp="1"/>
          </p:cNvSpPr>
          <p:nvPr/>
        </p:nvSpPr>
        <p:spPr>
          <a:xfrm xmlns:a="http://schemas.openxmlformats.org/drawingml/2006/main">
            <a:off x="9058275" y="1885950"/>
            <a:ext cx="495300" cy="495300"/>
          </a:xfrm>
          <a:prstGeom xmlns:a="http://schemas.openxmlformats.org/drawingml/2006/main" prst="ellipse">
            <a:avLst/>
          </a:prstGeom>
          <a:solidFill xmlns:a="http://schemas.openxmlformats.org/drawingml/2006/main">
            <a:srgbClr val="6D5DD3"/>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vl1pPr algn="ctr">
              <a:buNone/>
              <a:defRPr sz="1650" b="1">
                <a:solidFill>
                  <a:srgbClr val="F3F6F2"/>
                </a:solidFill>
              </a:defRPr>
            </a:lvl1pPr>
            <a:lvl2pPr algn="ctr">
              <a:buNone/>
              <a:defRPr sz="1650" b="1">
                <a:solidFill>
                  <a:srgbClr val="F3F6F2"/>
                </a:solidFill>
              </a:defRPr>
            </a:lvl2pPr>
            <a:lvl3pPr algn="ctr">
              <a:buNone/>
              <a:defRPr sz="1650" b="1">
                <a:solidFill>
                  <a:srgbClr val="F3F6F2"/>
                </a:solidFill>
              </a:defRPr>
            </a:lvl3pPr>
            <a:lvl4pPr algn="ctr">
              <a:buNone/>
              <a:defRPr sz="1650" b="1">
                <a:solidFill>
                  <a:srgbClr val="F3F6F2"/>
                </a:solidFill>
              </a:defRPr>
            </a:lvl4pPr>
            <a:lvl5pPr algn="ctr">
              <a:buNone/>
              <a:defRPr sz="1650" b="1">
                <a:solidFill>
                  <a:srgbClr val="F3F6F2"/>
                </a:solidFill>
              </a:defRPr>
            </a:lvl5pPr>
            <a:lvl6pPr algn="ctr">
              <a:buNone/>
              <a:defRPr sz="1650" b="1">
                <a:solidFill>
                  <a:srgbClr val="F3F6F2"/>
                </a:solidFill>
              </a:defRPr>
            </a:lvl6pPr>
            <a:lvl7pPr algn="ctr">
              <a:buNone/>
              <a:defRPr sz="1650" b="1">
                <a:solidFill>
                  <a:srgbClr val="F3F6F2"/>
                </a:solidFill>
              </a:defRPr>
            </a:lvl7pPr>
            <a:lvl8pPr algn="ctr">
              <a:buNone/>
              <a:defRPr sz="1650" b="1">
                <a:solidFill>
                  <a:srgbClr val="F3F6F2"/>
                </a:solidFill>
              </a:defRPr>
            </a:lvl8pPr>
            <a:lvl9pPr algn="ctr">
              <a:buNone/>
              <a:defRPr sz="1650" b="1">
                <a:solidFill>
                  <a:srgbClr val="F3F6F2"/>
                </a:solidFill>
              </a:defRPr>
            </a:lvl9pPr>
          </a:lstStyle>
          <a:p xmlns:a="http://schemas.openxmlformats.org/drawingml/2006/main">
            <a:pPr algn="ctr">
              <a:buNone/>
              <a:defRPr sz="1650" b="1">
                <a:solidFill>
                  <a:srgbClr val="F3F6F2"/>
                </a:solidFill>
              </a:defRPr>
            </a:pPr>
            <a:r>
              <a:rPr sz="1650" b="1">
                <a:solidFill>
                  <a:srgbClr val="F3F6F2"/>
                </a:solidFill>
              </a:rPr>
              <a:t>4</a:t>
            </a:r>
          </a:p>
        </p:txBody>
      </p:sp>
      <p:sp>
        <p:nvSpPr>
          <p:cNvPr id="19" name="">
            <a:extLst xmlns:a="http://schemas.openxmlformats.org/drawingml/2006/main">
              <a:ext uri="{FF2B5EF4-FFF2-40B4-BE49-F238E27FC236}">
                <a16:creationId xmlns:a16="http://schemas.microsoft.com/office/drawing/2014/main" id="{5B3D57F8-D4FF-4947-B125-598624344CC3}"/>
              </a:ext>
            </a:extLst>
          </p:cNvPr>
          <p:cNvSpPr>
            <a:spLocks xmlns:a="http://schemas.openxmlformats.org/drawingml/2006/main" noGrp="1"/>
          </p:cNvSpPr>
          <p:nvPr/>
        </p:nvSpPr>
        <p:spPr>
          <a:xfrm xmlns:a="http://schemas.openxmlformats.org/drawingml/2006/main">
            <a:off x="9058275"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vl1pPr algn="l">
              <a:buNone/>
              <a:defRPr sz="1950" b="1">
                <a:solidFill>
                  <a:srgbClr val="F3F6F2"/>
                </a:solidFill>
                <a:latin typeface="Arial"/>
                <a:ea typeface="Arial"/>
                <a:cs typeface="Arial"/>
              </a:defRPr>
            </a:lvl1pPr>
            <a:lvl2pPr algn="l">
              <a:buNone/>
              <a:defRPr sz="1950" b="1">
                <a:solidFill>
                  <a:srgbClr val="F3F6F2"/>
                </a:solidFill>
                <a:latin typeface="Arial"/>
                <a:ea typeface="Arial"/>
                <a:cs typeface="Arial"/>
              </a:defRPr>
            </a:lvl2pPr>
            <a:lvl3pPr algn="l">
              <a:buNone/>
              <a:defRPr sz="1950" b="1">
                <a:solidFill>
                  <a:srgbClr val="F3F6F2"/>
                </a:solidFill>
                <a:latin typeface="Arial"/>
                <a:ea typeface="Arial"/>
                <a:cs typeface="Arial"/>
              </a:defRPr>
            </a:lvl3pPr>
            <a:lvl4pPr algn="l">
              <a:buNone/>
              <a:defRPr sz="1950" b="1">
                <a:solidFill>
                  <a:srgbClr val="F3F6F2"/>
                </a:solidFill>
                <a:latin typeface="Arial"/>
                <a:ea typeface="Arial"/>
                <a:cs typeface="Arial"/>
              </a:defRPr>
            </a:lvl4pPr>
            <a:lvl5pPr algn="l">
              <a:buNone/>
              <a:defRPr sz="1950" b="1">
                <a:solidFill>
                  <a:srgbClr val="F3F6F2"/>
                </a:solidFill>
                <a:latin typeface="Arial"/>
                <a:ea typeface="Arial"/>
                <a:cs typeface="Arial"/>
              </a:defRPr>
            </a:lvl5pPr>
            <a:lvl6pPr algn="l">
              <a:buNone/>
              <a:defRPr sz="1950" b="1">
                <a:solidFill>
                  <a:srgbClr val="F3F6F2"/>
                </a:solidFill>
                <a:latin typeface="Arial"/>
                <a:ea typeface="Arial"/>
                <a:cs typeface="Arial"/>
              </a:defRPr>
            </a:lvl6pPr>
            <a:lvl7pPr algn="l">
              <a:buNone/>
              <a:defRPr sz="1950" b="1">
                <a:solidFill>
                  <a:srgbClr val="F3F6F2"/>
                </a:solidFill>
                <a:latin typeface="Arial"/>
                <a:ea typeface="Arial"/>
                <a:cs typeface="Arial"/>
              </a:defRPr>
            </a:lvl7pPr>
            <a:lvl8pPr algn="l">
              <a:buNone/>
              <a:defRPr sz="1950" b="1">
                <a:solidFill>
                  <a:srgbClr val="F3F6F2"/>
                </a:solidFill>
                <a:latin typeface="Arial"/>
                <a:ea typeface="Arial"/>
                <a:cs typeface="Arial"/>
              </a:defRPr>
            </a:lvl8pPr>
            <a:lvl9pPr algn="l">
              <a:buNone/>
              <a:defRPr sz="1950" b="1">
                <a:solidFill>
                  <a:srgbClr val="F3F6F2"/>
                </a:solidFill>
                <a:latin typeface="Arial"/>
                <a:ea typeface="Arial"/>
                <a:cs typeface="Arial"/>
              </a:defRPr>
            </a:lvl9pPr>
          </a:lstStyle>
          <a:p xmlns:a="http://schemas.openxmlformats.org/drawingml/2006/main">
            <a:pPr algn="l">
              <a:buNone/>
              <a:defRPr sz="1950" b="1">
                <a:solidFill>
                  <a:srgbClr val="F3F6F2"/>
                </a:solidFill>
                <a:latin typeface="Arial"/>
                <a:ea typeface="Arial"/>
                <a:cs typeface="Arial"/>
              </a:defRPr>
            </a:pPr>
            <a:r>
              <a:rPr sz="1950" b="1">
                <a:solidFill>
                  <a:srgbClr val="F3F6F2"/>
                </a:solidFill>
                <a:latin typeface="Arial"/>
                <a:ea typeface="Arial"/>
                <a:cs typeface="Arial"/>
              </a:rPr>
              <a:t>Test again</a:t>
            </a:r>
          </a:p>
        </p:txBody>
      </p:sp>
      <p:sp>
        <p:nvSpPr>
          <p:cNvPr id="20" name="">
            <a:extLst xmlns:a="http://schemas.openxmlformats.org/drawingml/2006/main">
              <a:ext uri="{FF2B5EF4-FFF2-40B4-BE49-F238E27FC236}">
                <a16:creationId xmlns:a16="http://schemas.microsoft.com/office/drawing/2014/main" id="{63082BDA-E25D-4A50-8880-952F30254E0E}"/>
              </a:ext>
            </a:extLst>
          </p:cNvPr>
          <p:cNvSpPr>
            <a:spLocks xmlns:a="http://schemas.openxmlformats.org/drawingml/2006/main" noGrp="1"/>
          </p:cNvSpPr>
          <p:nvPr/>
        </p:nvSpPr>
        <p:spPr>
          <a:xfrm xmlns:a="http://schemas.openxmlformats.org/drawingml/2006/main">
            <a:off x="9058275"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vl1pPr algn="l">
              <a:buNone/>
              <a:defRPr sz="1200">
                <a:solidFill>
                  <a:srgbClr val="AFC4C6"/>
                </a:solidFill>
                <a:latin typeface="Arial"/>
                <a:ea typeface="Arial"/>
                <a:cs typeface="Arial"/>
              </a:defRPr>
            </a:lvl1pPr>
            <a:lvl2pPr algn="l">
              <a:buNone/>
              <a:defRPr sz="1200">
                <a:solidFill>
                  <a:srgbClr val="AFC4C6"/>
                </a:solidFill>
                <a:latin typeface="Arial"/>
                <a:ea typeface="Arial"/>
                <a:cs typeface="Arial"/>
              </a:defRPr>
            </a:lvl2pPr>
            <a:lvl3pPr algn="l">
              <a:buNone/>
              <a:defRPr sz="1200">
                <a:solidFill>
                  <a:srgbClr val="AFC4C6"/>
                </a:solidFill>
                <a:latin typeface="Arial"/>
                <a:ea typeface="Arial"/>
                <a:cs typeface="Arial"/>
              </a:defRPr>
            </a:lvl3pPr>
            <a:lvl4pPr algn="l">
              <a:buNone/>
              <a:defRPr sz="1200">
                <a:solidFill>
                  <a:srgbClr val="AFC4C6"/>
                </a:solidFill>
                <a:latin typeface="Arial"/>
                <a:ea typeface="Arial"/>
                <a:cs typeface="Arial"/>
              </a:defRPr>
            </a:lvl4pPr>
            <a:lvl5pPr algn="l">
              <a:buNone/>
              <a:defRPr sz="1200">
                <a:solidFill>
                  <a:srgbClr val="AFC4C6"/>
                </a:solidFill>
                <a:latin typeface="Arial"/>
                <a:ea typeface="Arial"/>
                <a:cs typeface="Arial"/>
              </a:defRPr>
            </a:lvl5pPr>
            <a:lvl6pPr algn="l">
              <a:buNone/>
              <a:defRPr sz="1200">
                <a:solidFill>
                  <a:srgbClr val="AFC4C6"/>
                </a:solidFill>
                <a:latin typeface="Arial"/>
                <a:ea typeface="Arial"/>
                <a:cs typeface="Arial"/>
              </a:defRPr>
            </a:lvl6pPr>
            <a:lvl7pPr algn="l">
              <a:buNone/>
              <a:defRPr sz="1200">
                <a:solidFill>
                  <a:srgbClr val="AFC4C6"/>
                </a:solidFill>
                <a:latin typeface="Arial"/>
                <a:ea typeface="Arial"/>
                <a:cs typeface="Arial"/>
              </a:defRPr>
            </a:lvl7pPr>
            <a:lvl8pPr algn="l">
              <a:buNone/>
              <a:defRPr sz="1200">
                <a:solidFill>
                  <a:srgbClr val="AFC4C6"/>
                </a:solidFill>
                <a:latin typeface="Arial"/>
                <a:ea typeface="Arial"/>
                <a:cs typeface="Arial"/>
              </a:defRPr>
            </a:lvl8pPr>
            <a:lvl9pPr algn="l">
              <a:buNone/>
              <a:defRPr sz="1200">
                <a:solidFill>
                  <a:srgbClr val="AFC4C6"/>
                </a:solidFill>
                <a:latin typeface="Arial"/>
                <a:ea typeface="Arial"/>
                <a:cs typeface="Arial"/>
              </a:defRPr>
            </a:lvl9pPr>
          </a:lstStyle>
          <a:p xmlns:a="http://schemas.openxmlformats.org/drawingml/2006/main">
            <a:pPr algn="l">
              <a:buNone/>
              <a:defRPr sz="1200">
                <a:solidFill>
                  <a:srgbClr val="AFC4C6"/>
                </a:solidFill>
                <a:latin typeface="Arial"/>
                <a:ea typeface="Arial"/>
                <a:cs typeface="Arial"/>
              </a:defRPr>
            </a:pPr>
            <a:r>
              <a:rPr sz="1200">
                <a:solidFill>
                  <a:srgbClr val="AFC4C6"/>
                </a:solidFill>
                <a:latin typeface="Arial"/>
                <a:ea typeface="Arial"/>
                <a:cs typeface="Arial"/>
              </a:rPr>
              <a:t>Run the same process in another part of Riyadh.</a:t>
            </a:r>
          </a:p>
        </p:txBody>
      </p:sp>
      <p:sp>
        <p:nvSpPr>
          <p:cNvPr id="21" name="">
            <a:extLst xmlns:a="http://schemas.openxmlformats.org/drawingml/2006/main">
              <a:ext uri="{FF2B5EF4-FFF2-40B4-BE49-F238E27FC236}">
                <a16:creationId xmlns:a16="http://schemas.microsoft.com/office/drawing/2014/main" id="{09FCF0FC-F06E-43F8-9876-5F57937245C3}"/>
              </a:ext>
            </a:extLst>
          </p:cNvPr>
          <p:cNvSpPr>
            <a:spLocks xmlns:a="http://schemas.openxmlformats.org/drawingml/2006/main" noGrp="1"/>
          </p:cNvSpPr>
          <p:nvPr/>
        </p:nvSpPr>
        <p:spPr>
          <a:xfrm xmlns:a="http://schemas.openxmlformats.org/drawingml/2006/main">
            <a:off x="590550" y="4762500"/>
            <a:ext cx="11010900" cy="1352550"/>
          </a:xfrm>
          <a:prstGeom xmlns:a="http://schemas.openxmlformats.org/drawingml/2006/main" prst="roundRect">
            <a:avLst>
              <a:gd name="adj" fmla="val 11268"/>
            </a:avLst>
          </a:prstGeom>
          <a:solidFill xmlns:a="http://schemas.openxmlformats.org/drawingml/2006/main">
            <a:srgbClr val="0D2A3A"/>
          </a:solidFill>
          <a:ln xmlns:a="http://schemas.openxmlformats.org/drawingml/2006/main" w="9525">
            <a:solidFill>
              <a:srgbClr val="1AA58F"/>
            </a:solidFill>
            <a:prstDash val="solid"/>
          </a:ln>
        </p:spPr>
      </p:sp>
      <p:sp>
        <p:nvSpPr>
          <p:cNvPr id="22" name="">
            <a:extLst xmlns:a="http://schemas.openxmlformats.org/drawingml/2006/main">
              <a:ext uri="{FF2B5EF4-FFF2-40B4-BE49-F238E27FC236}">
                <a16:creationId xmlns:a16="http://schemas.microsoft.com/office/drawing/2014/main" id="{83A2017B-C175-402F-8D81-FB8A1DDCBD87}"/>
              </a:ext>
            </a:extLst>
          </p:cNvPr>
          <p:cNvSpPr>
            <a:spLocks xmlns:a="http://schemas.openxmlformats.org/drawingml/2006/main" noGrp="1"/>
          </p:cNvSpPr>
          <p:nvPr/>
        </p:nvSpPr>
        <p:spPr>
          <a:xfrm xmlns:a="http://schemas.openxmlformats.org/drawingml/2006/main">
            <a:off x="838200" y="50101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vl1pPr algn="l">
              <a:buNone/>
              <a:defRPr sz="975" b="1">
                <a:solidFill>
                  <a:srgbClr val="1AA58F"/>
                </a:solidFill>
                <a:latin typeface="Arial"/>
                <a:ea typeface="Arial"/>
                <a:cs typeface="Arial"/>
              </a:defRPr>
            </a:lvl1pPr>
            <a:lvl2pPr algn="l">
              <a:buNone/>
              <a:defRPr sz="975" b="1">
                <a:solidFill>
                  <a:srgbClr val="1AA58F"/>
                </a:solidFill>
                <a:latin typeface="Arial"/>
                <a:ea typeface="Arial"/>
                <a:cs typeface="Arial"/>
              </a:defRPr>
            </a:lvl2pPr>
            <a:lvl3pPr algn="l">
              <a:buNone/>
              <a:defRPr sz="975" b="1">
                <a:solidFill>
                  <a:srgbClr val="1AA58F"/>
                </a:solidFill>
                <a:latin typeface="Arial"/>
                <a:ea typeface="Arial"/>
                <a:cs typeface="Arial"/>
              </a:defRPr>
            </a:lvl3pPr>
            <a:lvl4pPr algn="l">
              <a:buNone/>
              <a:defRPr sz="975" b="1">
                <a:solidFill>
                  <a:srgbClr val="1AA58F"/>
                </a:solidFill>
                <a:latin typeface="Arial"/>
                <a:ea typeface="Arial"/>
                <a:cs typeface="Arial"/>
              </a:defRPr>
            </a:lvl4pPr>
            <a:lvl5pPr algn="l">
              <a:buNone/>
              <a:defRPr sz="975" b="1">
                <a:solidFill>
                  <a:srgbClr val="1AA58F"/>
                </a:solidFill>
                <a:latin typeface="Arial"/>
                <a:ea typeface="Arial"/>
                <a:cs typeface="Arial"/>
              </a:defRPr>
            </a:lvl5pPr>
            <a:lvl6pPr algn="l">
              <a:buNone/>
              <a:defRPr sz="975" b="1">
                <a:solidFill>
                  <a:srgbClr val="1AA58F"/>
                </a:solidFill>
                <a:latin typeface="Arial"/>
                <a:ea typeface="Arial"/>
                <a:cs typeface="Arial"/>
              </a:defRPr>
            </a:lvl6pPr>
            <a:lvl7pPr algn="l">
              <a:buNone/>
              <a:defRPr sz="975" b="1">
                <a:solidFill>
                  <a:srgbClr val="1AA58F"/>
                </a:solidFill>
                <a:latin typeface="Arial"/>
                <a:ea typeface="Arial"/>
                <a:cs typeface="Arial"/>
              </a:defRPr>
            </a:lvl7pPr>
            <a:lvl8pPr algn="l">
              <a:buNone/>
              <a:defRPr sz="975" b="1">
                <a:solidFill>
                  <a:srgbClr val="1AA58F"/>
                </a:solidFill>
                <a:latin typeface="Arial"/>
                <a:ea typeface="Arial"/>
                <a:cs typeface="Arial"/>
              </a:defRPr>
            </a:lvl8pPr>
            <a:lvl9pPr algn="l">
              <a:buNone/>
              <a:defRPr sz="975" b="1">
                <a:solidFill>
                  <a:srgbClr val="1AA58F"/>
                </a:solidFill>
                <a:latin typeface="Arial"/>
                <a:ea typeface="Arial"/>
                <a:cs typeface="Arial"/>
              </a:defRPr>
            </a:lvl9pPr>
          </a:lstStyle>
          <a:p xmlns:a="http://schemas.openxmlformats.org/drawingml/2006/main">
            <a:pPr algn="l">
              <a:buNone/>
              <a:defRPr sz="975" b="1">
                <a:solidFill>
                  <a:srgbClr val="1AA58F"/>
                </a:solidFill>
                <a:latin typeface="Arial"/>
                <a:ea typeface="Arial"/>
                <a:cs typeface="Arial"/>
              </a:defRPr>
            </a:pPr>
            <a:r>
              <a:rPr sz="975" b="1">
                <a:solidFill>
                  <a:srgbClr val="1AA58F"/>
                </a:solidFill>
                <a:latin typeface="Arial"/>
                <a:ea typeface="Arial"/>
                <a:cs typeface="Arial"/>
              </a:rPr>
              <a:t>THE TEST</a:t>
            </a:r>
          </a:p>
        </p:txBody>
      </p:sp>
      <p:sp>
        <p:nvSpPr>
          <p:cNvPr id="23" name="">
            <a:extLst xmlns:a="http://schemas.openxmlformats.org/drawingml/2006/main">
              <a:ext uri="{FF2B5EF4-FFF2-40B4-BE49-F238E27FC236}">
                <a16:creationId xmlns:a16="http://schemas.microsoft.com/office/drawing/2014/main" id="{46EF34DC-EDB2-451C-8CBE-3DAE083D2B4C}"/>
              </a:ext>
            </a:extLst>
          </p:cNvPr>
          <p:cNvSpPr>
            <a:spLocks xmlns:a="http://schemas.openxmlformats.org/drawingml/2006/main" noGrp="1"/>
          </p:cNvSpPr>
          <p:nvPr/>
        </p:nvSpPr>
        <p:spPr>
          <a:xfrm xmlns:a="http://schemas.openxmlformats.org/drawingml/2006/main">
            <a:off x="838200" y="5334000"/>
            <a:ext cx="1038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025" b="1">
                <a:solidFill>
                  <a:srgbClr val="F3F6F2"/>
                </a:solidFill>
                <a:latin typeface="Arial"/>
                <a:ea typeface="Arial"/>
                <a:cs typeface="Arial"/>
              </a:defRPr>
            </a:defPPr>
            <a:lvl1pPr algn="l">
              <a:buNone/>
              <a:defRPr sz="2025" b="1">
                <a:solidFill>
                  <a:srgbClr val="F3F6F2"/>
                </a:solidFill>
                <a:latin typeface="Arial"/>
                <a:ea typeface="Arial"/>
                <a:cs typeface="Arial"/>
              </a:defRPr>
            </a:lvl1pPr>
            <a:lvl2pPr algn="l">
              <a:buNone/>
              <a:defRPr sz="2025" b="1">
                <a:solidFill>
                  <a:srgbClr val="F3F6F2"/>
                </a:solidFill>
                <a:latin typeface="Arial"/>
                <a:ea typeface="Arial"/>
                <a:cs typeface="Arial"/>
              </a:defRPr>
            </a:lvl2pPr>
            <a:lvl3pPr algn="l">
              <a:buNone/>
              <a:defRPr sz="2025" b="1">
                <a:solidFill>
                  <a:srgbClr val="F3F6F2"/>
                </a:solidFill>
                <a:latin typeface="Arial"/>
                <a:ea typeface="Arial"/>
                <a:cs typeface="Arial"/>
              </a:defRPr>
            </a:lvl3pPr>
            <a:lvl4pPr algn="l">
              <a:buNone/>
              <a:defRPr sz="2025" b="1">
                <a:solidFill>
                  <a:srgbClr val="F3F6F2"/>
                </a:solidFill>
                <a:latin typeface="Arial"/>
                <a:ea typeface="Arial"/>
                <a:cs typeface="Arial"/>
              </a:defRPr>
            </a:lvl4pPr>
            <a:lvl5pPr algn="l">
              <a:buNone/>
              <a:defRPr sz="2025" b="1">
                <a:solidFill>
                  <a:srgbClr val="F3F6F2"/>
                </a:solidFill>
                <a:latin typeface="Arial"/>
                <a:ea typeface="Arial"/>
                <a:cs typeface="Arial"/>
              </a:defRPr>
            </a:lvl5pPr>
            <a:lvl6pPr algn="l">
              <a:buNone/>
              <a:defRPr sz="2025" b="1">
                <a:solidFill>
                  <a:srgbClr val="F3F6F2"/>
                </a:solidFill>
                <a:latin typeface="Arial"/>
                <a:ea typeface="Arial"/>
                <a:cs typeface="Arial"/>
              </a:defRPr>
            </a:lvl6pPr>
            <a:lvl7pPr algn="l">
              <a:buNone/>
              <a:defRPr sz="2025" b="1">
                <a:solidFill>
                  <a:srgbClr val="F3F6F2"/>
                </a:solidFill>
                <a:latin typeface="Arial"/>
                <a:ea typeface="Arial"/>
                <a:cs typeface="Arial"/>
              </a:defRPr>
            </a:lvl7pPr>
            <a:lvl8pPr algn="l">
              <a:buNone/>
              <a:defRPr sz="2025" b="1">
                <a:solidFill>
                  <a:srgbClr val="F3F6F2"/>
                </a:solidFill>
                <a:latin typeface="Arial"/>
                <a:ea typeface="Arial"/>
                <a:cs typeface="Arial"/>
              </a:defRPr>
            </a:lvl8pPr>
            <a:lvl9pPr algn="l">
              <a:buNone/>
              <a:defRPr sz="2025" b="1">
                <a:solidFill>
                  <a:srgbClr val="F3F6F2"/>
                </a:solidFill>
                <a:latin typeface="Arial"/>
                <a:ea typeface="Arial"/>
                <a:cs typeface="Arial"/>
              </a:defRPr>
            </a:lvl9pPr>
          </a:lstStyle>
          <a:p xmlns:a="http://schemas.openxmlformats.org/drawingml/2006/main">
            <a:pPr algn="l">
              <a:buNone/>
              <a:defRPr sz="2025" b="1">
                <a:solidFill>
                  <a:srgbClr val="F3F6F2"/>
                </a:solidFill>
                <a:latin typeface="Arial"/>
                <a:ea typeface="Arial"/>
                <a:cs typeface="Arial"/>
              </a:defRPr>
            </a:pPr>
            <a:r>
              <a:rPr sz="2025" b="1">
                <a:solidFill>
                  <a:srgbClr val="F3F6F2"/>
                </a:solidFill>
                <a:latin typeface="Arial"/>
                <a:ea typeface="Arial"/>
                <a:cs typeface="Arial"/>
              </a:rPr>
              <a:t>Does HeatReady save time without sending staff to the wrong places?</a:t>
            </a:r>
          </a:p>
        </p:txBody>
      </p:sp>
    </p:spTree>
    <p:extLst>
      <p:ext uri="{BB962C8B-B14F-4D97-AF65-F5344CB8AC3E}">
        <p14:creationId xmlns:p14="http://schemas.microsoft.com/office/powerpoint/2010/main" val="668288"/>
      </p:ext>
    </p:extLst>
  </p:cSld>
</p:sld>
</file>

<file path=ppt/slides/slide9.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B91714-5FB9-4453-BADB-112E4B67FF8E}"/>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7423A398-9928-46C9-85A7-C1D9AA0CCB34}"/>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Data sources and dates</a:t>
            </a:r>
          </a:p>
        </p:txBody>
      </p:sp>
      <p:sp>
        <p:nvSpPr>
          <p:cNvPr id="3" name="">
            <a:extLst xmlns:a="http://schemas.openxmlformats.org/drawingml/2006/main">
              <a:ext uri="{FF2B5EF4-FFF2-40B4-BE49-F238E27FC236}">
                <a16:creationId xmlns:a16="http://schemas.microsoft.com/office/drawing/2014/main" id="{D654D0FE-28CD-4725-81E8-6A4929F0F665}"/>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5F11A6D4-6C25-4641-B1D0-47A99D288096}"/>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graphicFrame>
        <p:nvGraphicFramePr>
          <p:cNvPr id="5" name="">
            <a:extLst xmlns:a="http://schemas.openxmlformats.org/drawingml/2006/main">
              <a:ext uri="{FF2B5EF4-FFF2-40B4-BE49-F238E27FC236}">
                <a16:creationId xmlns:a16="http://schemas.microsoft.com/office/drawing/2014/main" id="{39B4B1A4-5363-4028-AE73-92CB34119C03}"/>
              </a:ext>
            </a:extLst>
          </p:cNvPr>
          <p:cNvGraphicFramePr/>
          <p:nvPr/>
        </p:nvGraphicFramePr>
        <p:xfrm>
          <a:off xmlns:a="http://schemas.openxmlformats.org/drawingml/2006/main" x="590550" y="1562100"/>
          <a:ext xmlns:a="http://schemas.openxmlformats.org/drawingml/2006/main" cx="11010900" cy="4191000"/>
        </p:xfrm>
        <a:graphic xmlns:a="http://schemas.openxmlformats.org/drawingml/2006/main">
          <a:graphicData uri="http://schemas.openxmlformats.org/drawingml/2006/table">
            <a:tbl>
              <a:tblPr/>
              <a:tblGrid>
                <a:gridCol w="2095500"/>
                <a:gridCol w="2476500"/>
                <a:gridCol w="3905250"/>
                <a:gridCol w="2533650"/>
              </a:tblGrid>
              <a:tr h="523875">
                <a:tc>
                  <a:txBody>
                    <a:bodyPr/>
                    <a:lstStyle/>
                    <a:p>
                      <a:r>
                        <a:rPr sz="1050" b="1">
                          <a:solidFill>
                            <a:srgbClr val="F3F6F2"/>
                          </a:solidFill>
                        </a:rPr>
                        <a:t>Source</a:t>
                      </a:r>
                    </a:p>
                  </a:txBody>
                  <a:tcPr marL="95250" marR="95250" marT="76200" marB="76200">
                    <a:lnL w="9525">
                      <a:solidFill>
                        <a:srgbClr val="31505F"/>
                      </a:solidFill>
                      <a:prstDash val="solid"/>
                    </a:lnL>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Dates used</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Role</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Access / licence</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r>
              <a:tr h="523875">
                <a:tc>
                  <a:txBody>
                    <a:bodyPr/>
                    <a:lstStyle/>
                    <a:p>
                      <a:r>
                        <a:rPr sz="900">
                          <a:solidFill>
                            <a:srgbClr val="F3F6F2"/>
                          </a:solidFill>
                        </a:rPr>
                        <a:t>Sentinel-2 L2A</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11 May 2018; 10 May 2021; 9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Optical features, masks, vegetation</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Copernicus open access</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Sentinel-1 RTC</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10 May 2018; 6 May 2021; 9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Radar structure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Microsoft PC; 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IO/Esri annual LULC</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2018-2023</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Trend + candidate endpoint change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Landsat 8 C2 L2</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10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Land-surface temperature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US public domain</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ESA WorldCover</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2021</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Spatial holdout reference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WorldPop Global2</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Modelled population</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Planet Tanager</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15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Spectral context + sensitivity test</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Open urban archive; 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bl>
          </a:graphicData>
        </a:graphic>
      </p:graphicFrame>
      <p:sp>
        <p:nvSpPr>
          <p:cNvPr id="6" name="">
            <a:extLst xmlns:a="http://schemas.openxmlformats.org/drawingml/2006/main">
              <a:ext uri="{FF2B5EF4-FFF2-40B4-BE49-F238E27FC236}">
                <a16:creationId xmlns:a16="http://schemas.microsoft.com/office/drawing/2014/main" id="{F080BA81-7416-4DF5-AFDE-D950358E8BC3}"/>
              </a:ext>
            </a:extLst>
          </p:cNvPr>
          <p:cNvSpPr>
            <a:spLocks xmlns:a="http://schemas.openxmlformats.org/drawingml/2006/main" noGrp="1"/>
          </p:cNvSpPr>
          <p:nvPr/>
        </p:nvSpPr>
        <p:spPr>
          <a:xfrm xmlns:a="http://schemas.openxmlformats.org/drawingml/2006/main">
            <a:off x="590550" y="5924550"/>
            <a:ext cx="11010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E2AD2B"/>
                </a:solidFill>
                <a:latin typeface="Arial"/>
                <a:ea typeface="Arial"/>
                <a:cs typeface="Arial"/>
              </a:defRPr>
            </a:defPPr>
            <a:lvl1pPr algn="l">
              <a:buNone/>
              <a:defRPr sz="1125" b="1">
                <a:solidFill>
                  <a:srgbClr val="E2AD2B"/>
                </a:solidFill>
                <a:latin typeface="Arial"/>
                <a:ea typeface="Arial"/>
                <a:cs typeface="Arial"/>
              </a:defRPr>
            </a:lvl1pPr>
            <a:lvl2pPr algn="l">
              <a:buNone/>
              <a:defRPr sz="1125" b="1">
                <a:solidFill>
                  <a:srgbClr val="E2AD2B"/>
                </a:solidFill>
                <a:latin typeface="Arial"/>
                <a:ea typeface="Arial"/>
                <a:cs typeface="Arial"/>
              </a:defRPr>
            </a:lvl2pPr>
            <a:lvl3pPr algn="l">
              <a:buNone/>
              <a:defRPr sz="1125" b="1">
                <a:solidFill>
                  <a:srgbClr val="E2AD2B"/>
                </a:solidFill>
                <a:latin typeface="Arial"/>
                <a:ea typeface="Arial"/>
                <a:cs typeface="Arial"/>
              </a:defRPr>
            </a:lvl3pPr>
            <a:lvl4pPr algn="l">
              <a:buNone/>
              <a:defRPr sz="1125" b="1">
                <a:solidFill>
                  <a:srgbClr val="E2AD2B"/>
                </a:solidFill>
                <a:latin typeface="Arial"/>
                <a:ea typeface="Arial"/>
                <a:cs typeface="Arial"/>
              </a:defRPr>
            </a:lvl4pPr>
            <a:lvl5pPr algn="l">
              <a:buNone/>
              <a:defRPr sz="1125" b="1">
                <a:solidFill>
                  <a:srgbClr val="E2AD2B"/>
                </a:solidFill>
                <a:latin typeface="Arial"/>
                <a:ea typeface="Arial"/>
                <a:cs typeface="Arial"/>
              </a:defRPr>
            </a:lvl5pPr>
            <a:lvl6pPr algn="l">
              <a:buNone/>
              <a:defRPr sz="1125" b="1">
                <a:solidFill>
                  <a:srgbClr val="E2AD2B"/>
                </a:solidFill>
                <a:latin typeface="Arial"/>
                <a:ea typeface="Arial"/>
                <a:cs typeface="Arial"/>
              </a:defRPr>
            </a:lvl6pPr>
            <a:lvl7pPr algn="l">
              <a:buNone/>
              <a:defRPr sz="1125" b="1">
                <a:solidFill>
                  <a:srgbClr val="E2AD2B"/>
                </a:solidFill>
                <a:latin typeface="Arial"/>
                <a:ea typeface="Arial"/>
                <a:cs typeface="Arial"/>
              </a:defRPr>
            </a:lvl7pPr>
            <a:lvl8pPr algn="l">
              <a:buNone/>
              <a:defRPr sz="1125" b="1">
                <a:solidFill>
                  <a:srgbClr val="E2AD2B"/>
                </a:solidFill>
                <a:latin typeface="Arial"/>
                <a:ea typeface="Arial"/>
                <a:cs typeface="Arial"/>
              </a:defRPr>
            </a:lvl8pPr>
            <a:lvl9pPr algn="l">
              <a:buNone/>
              <a:defRPr sz="1125" b="1">
                <a:solidFill>
                  <a:srgbClr val="E2AD2B"/>
                </a:solidFill>
                <a:latin typeface="Arial"/>
                <a:ea typeface="Arial"/>
                <a:cs typeface="Arial"/>
              </a:defRPr>
            </a:lvl9pPr>
          </a:lstStyle>
          <a:p xmlns:a="http://schemas.openxmlformats.org/drawingml/2006/main">
            <a:pPr algn="l">
              <a:buNone/>
              <a:defRPr sz="1125" b="1">
                <a:solidFill>
                  <a:srgbClr val="E2AD2B"/>
                </a:solidFill>
                <a:latin typeface="Arial"/>
                <a:ea typeface="Arial"/>
                <a:cs typeface="Arial"/>
              </a:defRPr>
            </a:pPr>
            <a:r>
              <a:rPr sz="1125" b="1">
                <a:solidFill>
                  <a:srgbClr val="E2AD2B"/>
                </a:solidFill>
                <a:latin typeface="Arial"/>
                <a:ea typeface="Arial"/>
                <a:cs typeface="Arial"/>
              </a:rPr>
              <a:t>Item IDs, processing steps and licences are documented in the repository. Satellite 813 imagery was not used.</a:t>
            </a:r>
          </a:p>
        </p:txBody>
      </p:sp>
    </p:spTree>
    <p:extLst>
      <p:ext uri="{BB962C8B-B14F-4D97-AF65-F5344CB8AC3E}">
        <p14:creationId xmlns:p14="http://schemas.microsoft.com/office/powerpoint/2010/main" val="1928980311"/>
      </p:ext>
    </p:extLst>
  </p:cSld>
</p:sld>
</file>

<file path=ppt/slides/slide10.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AA154A0-9152-428E-944B-0E0870E1B3AC}"/>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Validation evidence and limits</a:t>
            </a:r>
          </a:p>
        </p:txBody>
      </p:sp>
      <p:sp>
        <p:nvSpPr>
          <p:cNvPr id="2" name="">
            <a:extLst xmlns:a="http://schemas.openxmlformats.org/drawingml/2006/main">
              <a:ext uri="{FF2B5EF4-FFF2-40B4-BE49-F238E27FC236}">
                <a16:creationId xmlns:a16="http://schemas.microsoft.com/office/drawing/2014/main" id="{6ED6BF42-0F2A-494C-9F7C-AF560F1F71FB}"/>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3" name="">
            <a:extLst xmlns:a="http://schemas.openxmlformats.org/drawingml/2006/main">
              <a:ext uri="{FF2B5EF4-FFF2-40B4-BE49-F238E27FC236}">
                <a16:creationId xmlns:a16="http://schemas.microsoft.com/office/drawing/2014/main" id="{1E1C23D8-14A1-4B60-9BDB-7970C980177B}"/>
              </a:ext>
            </a:extLst>
          </p:cNvPr>
          <p:cNvPicPr>
            <a:picLocks xmlns:a="http://schemas.openxmlformats.org/drawingml/2006/main" noChangeAspect="1"/>
          </p:cNvPicPr>
          <p:nvPr/>
        </p:nvPicPr>
        <p:blipFill>
          <a:blip xmlns:r="http://schemas.openxmlformats.org/officeDocument/2006/relationships" xmlns:a="http://schemas.openxmlformats.org/drawingml/2006/main" r:embed="R02ccfcb3bf454436"/>
          <a:stretch xmlns:a="http://schemas.openxmlformats.org/drawingml/2006/main"/>
        </p:blipFill>
        <p:spPr>
          <a:xfrm xmlns:a="http://schemas.openxmlformats.org/drawingml/2006/main">
            <a:off x="590550" y="2361849"/>
            <a:ext cx="6286500" cy="2667703"/>
          </a:xfrm>
          <a:prstGeom xmlns:a="http://schemas.openxmlformats.org/drawingml/2006/main" prst="roundRect">
            <a:avLst>
              <a:gd name="adj" fmla="val 2232"/>
            </a:avLst>
          </a:prstGeom>
        </p:spPr>
      </p:pic>
      <p:sp>
        <p:nvSpPr>
          <p:cNvPr id="4" name="">
            <a:extLst xmlns:a="http://schemas.openxmlformats.org/drawingml/2006/main">
              <a:ext uri="{FF2B5EF4-FFF2-40B4-BE49-F238E27FC236}">
                <a16:creationId xmlns:a16="http://schemas.microsoft.com/office/drawing/2014/main" id="{6EFEFC61-26E1-4023-B21A-B918F60BA0DE}"/>
              </a:ext>
            </a:extLst>
          </p:cNvPr>
          <p:cNvSpPr>
            <a:spLocks xmlns:a="http://schemas.openxmlformats.org/drawingml/2006/main" noGrp="1"/>
          </p:cNvSpPr>
          <p:nvPr/>
        </p:nvSpPr>
        <p:spPr>
          <a:xfrm xmlns:a="http://schemas.openxmlformats.org/drawingml/2006/main">
            <a:off x="590550" y="5924550"/>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AFC4C6"/>
                </a:solidFill>
                <a:latin typeface="Arial"/>
                <a:ea typeface="Arial"/>
                <a:cs typeface="Arial"/>
              </a:defRPr>
            </a:defPPr>
            <a:lvl1pPr algn="ctr">
              <a:buNone/>
              <a:defRPr sz="1125" b="1">
                <a:solidFill>
                  <a:srgbClr val="AFC4C6"/>
                </a:solidFill>
                <a:latin typeface="Arial"/>
                <a:ea typeface="Arial"/>
                <a:cs typeface="Arial"/>
              </a:defRPr>
            </a:lvl1pPr>
            <a:lvl2pPr algn="ctr">
              <a:buNone/>
              <a:defRPr sz="1125" b="1">
                <a:solidFill>
                  <a:srgbClr val="AFC4C6"/>
                </a:solidFill>
                <a:latin typeface="Arial"/>
                <a:ea typeface="Arial"/>
                <a:cs typeface="Arial"/>
              </a:defRPr>
            </a:lvl2pPr>
            <a:lvl3pPr algn="ctr">
              <a:buNone/>
              <a:defRPr sz="1125" b="1">
                <a:solidFill>
                  <a:srgbClr val="AFC4C6"/>
                </a:solidFill>
                <a:latin typeface="Arial"/>
                <a:ea typeface="Arial"/>
                <a:cs typeface="Arial"/>
              </a:defRPr>
            </a:lvl3pPr>
            <a:lvl4pPr algn="ctr">
              <a:buNone/>
              <a:defRPr sz="1125" b="1">
                <a:solidFill>
                  <a:srgbClr val="AFC4C6"/>
                </a:solidFill>
                <a:latin typeface="Arial"/>
                <a:ea typeface="Arial"/>
                <a:cs typeface="Arial"/>
              </a:defRPr>
            </a:lvl4pPr>
            <a:lvl5pPr algn="ctr">
              <a:buNone/>
              <a:defRPr sz="1125" b="1">
                <a:solidFill>
                  <a:srgbClr val="AFC4C6"/>
                </a:solidFill>
                <a:latin typeface="Arial"/>
                <a:ea typeface="Arial"/>
                <a:cs typeface="Arial"/>
              </a:defRPr>
            </a:lvl5pPr>
            <a:lvl6pPr algn="ctr">
              <a:buNone/>
              <a:defRPr sz="1125" b="1">
                <a:solidFill>
                  <a:srgbClr val="AFC4C6"/>
                </a:solidFill>
                <a:latin typeface="Arial"/>
                <a:ea typeface="Arial"/>
                <a:cs typeface="Arial"/>
              </a:defRPr>
            </a:lvl6pPr>
            <a:lvl7pPr algn="ctr">
              <a:buNone/>
              <a:defRPr sz="1125" b="1">
                <a:solidFill>
                  <a:srgbClr val="AFC4C6"/>
                </a:solidFill>
                <a:latin typeface="Arial"/>
                <a:ea typeface="Arial"/>
                <a:cs typeface="Arial"/>
              </a:defRPr>
            </a:lvl7pPr>
            <a:lvl8pPr algn="ctr">
              <a:buNone/>
              <a:defRPr sz="1125" b="1">
                <a:solidFill>
                  <a:srgbClr val="AFC4C6"/>
                </a:solidFill>
                <a:latin typeface="Arial"/>
                <a:ea typeface="Arial"/>
                <a:cs typeface="Arial"/>
              </a:defRPr>
            </a:lvl8pPr>
            <a:lvl9pPr algn="ctr">
              <a:buNone/>
              <a:defRPr sz="1125" b="1">
                <a:solidFill>
                  <a:srgbClr val="AFC4C6"/>
                </a:solidFill>
                <a:latin typeface="Arial"/>
                <a:ea typeface="Arial"/>
                <a:cs typeface="Arial"/>
              </a:defRPr>
            </a:lvl9pPr>
          </a:lstStyle>
          <a:p xmlns:a="http://schemas.openxmlformats.org/drawingml/2006/main">
            <a:pPr algn="ctr">
              <a:buNone/>
              <a:defRPr sz="1125" b="1">
                <a:solidFill>
                  <a:srgbClr val="AFC4C6"/>
                </a:solidFill>
                <a:latin typeface="Arial"/>
                <a:ea typeface="Arial"/>
                <a:cs typeface="Arial"/>
              </a:defRPr>
            </a:pPr>
            <a:r>
              <a:rPr sz="1125" b="1">
                <a:solidFill>
                  <a:srgbClr val="AFC4C6"/>
                </a:solidFill>
                <a:latin typeface="Arial"/>
                <a:ea typeface="Arial"/>
                <a:cs typeface="Arial"/>
              </a:rPr>
              <a:t>Training area: west    Tuning area: middle    Test area: east</a:t>
            </a:r>
          </a:p>
        </p:txBody>
      </p:sp>
      <p:sp>
        <p:nvSpPr>
          <p:cNvPr id="5" name="">
            <a:extLst xmlns:a="http://schemas.openxmlformats.org/drawingml/2006/main">
              <a:ext uri="{FF2B5EF4-FFF2-40B4-BE49-F238E27FC236}">
                <a16:creationId xmlns:a16="http://schemas.microsoft.com/office/drawing/2014/main" id="{49EE530E-A791-4BE6-829C-0F4A240B8DC3}"/>
              </a:ext>
            </a:extLst>
          </p:cNvPr>
          <p:cNvSpPr>
            <a:spLocks xmlns:a="http://schemas.openxmlformats.org/drawingml/2006/main" noGrp="1"/>
          </p:cNvSpPr>
          <p:nvPr/>
        </p:nvSpPr>
        <p:spPr>
          <a:xfrm xmlns:a="http://schemas.openxmlformats.org/drawingml/2006/main">
            <a:off x="7181850" y="1562100"/>
            <a:ext cx="9525" cy="4705350"/>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6" name="">
            <a:extLst xmlns:a="http://schemas.openxmlformats.org/drawingml/2006/main">
              <a:ext uri="{FF2B5EF4-FFF2-40B4-BE49-F238E27FC236}">
                <a16:creationId xmlns:a16="http://schemas.microsoft.com/office/drawing/2014/main" id="{7892BC8B-5090-46B8-968F-5192225D6C63}"/>
              </a:ext>
            </a:extLst>
          </p:cNvPr>
          <p:cNvSpPr>
            <a:spLocks xmlns:a="http://schemas.openxmlformats.org/drawingml/2006/main" noGrp="1"/>
          </p:cNvSpPr>
          <p:nvPr/>
        </p:nvSpPr>
        <p:spPr>
          <a:xfrm xmlns:a="http://schemas.openxmlformats.org/drawingml/2006/main">
            <a:off x="7524750" y="16383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vl1pPr algn="l">
              <a:buNone/>
              <a:defRPr sz="975" b="1">
                <a:solidFill>
                  <a:srgbClr val="1AA58F"/>
                </a:solidFill>
                <a:latin typeface="Arial"/>
                <a:ea typeface="Arial"/>
                <a:cs typeface="Arial"/>
              </a:defRPr>
            </a:lvl1pPr>
            <a:lvl2pPr algn="l">
              <a:buNone/>
              <a:defRPr sz="975" b="1">
                <a:solidFill>
                  <a:srgbClr val="1AA58F"/>
                </a:solidFill>
                <a:latin typeface="Arial"/>
                <a:ea typeface="Arial"/>
                <a:cs typeface="Arial"/>
              </a:defRPr>
            </a:lvl2pPr>
            <a:lvl3pPr algn="l">
              <a:buNone/>
              <a:defRPr sz="975" b="1">
                <a:solidFill>
                  <a:srgbClr val="1AA58F"/>
                </a:solidFill>
                <a:latin typeface="Arial"/>
                <a:ea typeface="Arial"/>
                <a:cs typeface="Arial"/>
              </a:defRPr>
            </a:lvl3pPr>
            <a:lvl4pPr algn="l">
              <a:buNone/>
              <a:defRPr sz="975" b="1">
                <a:solidFill>
                  <a:srgbClr val="1AA58F"/>
                </a:solidFill>
                <a:latin typeface="Arial"/>
                <a:ea typeface="Arial"/>
                <a:cs typeface="Arial"/>
              </a:defRPr>
            </a:lvl4pPr>
            <a:lvl5pPr algn="l">
              <a:buNone/>
              <a:defRPr sz="975" b="1">
                <a:solidFill>
                  <a:srgbClr val="1AA58F"/>
                </a:solidFill>
                <a:latin typeface="Arial"/>
                <a:ea typeface="Arial"/>
                <a:cs typeface="Arial"/>
              </a:defRPr>
            </a:lvl5pPr>
            <a:lvl6pPr algn="l">
              <a:buNone/>
              <a:defRPr sz="975" b="1">
                <a:solidFill>
                  <a:srgbClr val="1AA58F"/>
                </a:solidFill>
                <a:latin typeface="Arial"/>
                <a:ea typeface="Arial"/>
                <a:cs typeface="Arial"/>
              </a:defRPr>
            </a:lvl6pPr>
            <a:lvl7pPr algn="l">
              <a:buNone/>
              <a:defRPr sz="975" b="1">
                <a:solidFill>
                  <a:srgbClr val="1AA58F"/>
                </a:solidFill>
                <a:latin typeface="Arial"/>
                <a:ea typeface="Arial"/>
                <a:cs typeface="Arial"/>
              </a:defRPr>
            </a:lvl7pPr>
            <a:lvl8pPr algn="l">
              <a:buNone/>
              <a:defRPr sz="975" b="1">
                <a:solidFill>
                  <a:srgbClr val="1AA58F"/>
                </a:solidFill>
                <a:latin typeface="Arial"/>
                <a:ea typeface="Arial"/>
                <a:cs typeface="Arial"/>
              </a:defRPr>
            </a:lvl8pPr>
            <a:lvl9pPr algn="l">
              <a:buNone/>
              <a:defRPr sz="975" b="1">
                <a:solidFill>
                  <a:srgbClr val="1AA58F"/>
                </a:solidFill>
                <a:latin typeface="Arial"/>
                <a:ea typeface="Arial"/>
                <a:cs typeface="Arial"/>
              </a:defRPr>
            </a:lvl9pPr>
          </a:lstStyle>
          <a:p xmlns:a="http://schemas.openxmlformats.org/drawingml/2006/main">
            <a:pPr algn="l">
              <a:buNone/>
              <a:defRPr sz="975" b="1">
                <a:solidFill>
                  <a:srgbClr val="1AA58F"/>
                </a:solidFill>
                <a:latin typeface="Arial"/>
                <a:ea typeface="Arial"/>
                <a:cs typeface="Arial"/>
              </a:defRPr>
            </a:pPr>
            <a:r>
              <a:rPr sz="975" b="1">
                <a:solidFill>
                  <a:srgbClr val="1AA58F"/>
                </a:solidFill>
                <a:latin typeface="Arial"/>
                <a:ea typeface="Arial"/>
                <a:cs typeface="Arial"/>
              </a:rPr>
              <a:t>RESULTS</a:t>
            </a:r>
          </a:p>
        </p:txBody>
      </p:sp>
      <p:sp>
        <p:nvSpPr>
          <p:cNvPr id="7" name="">
            <a:extLst xmlns:a="http://schemas.openxmlformats.org/drawingml/2006/main">
              <a:ext uri="{FF2B5EF4-FFF2-40B4-BE49-F238E27FC236}">
                <a16:creationId xmlns:a16="http://schemas.microsoft.com/office/drawing/2014/main" id="{7728A8B3-4DF4-4F84-B272-B2A2D3F27E14}"/>
              </a:ext>
            </a:extLst>
          </p:cNvPr>
          <p:cNvSpPr>
            <a:spLocks xmlns:a="http://schemas.openxmlformats.org/drawingml/2006/main" noGrp="1"/>
          </p:cNvSpPr>
          <p:nvPr/>
        </p:nvSpPr>
        <p:spPr>
          <a:xfrm xmlns:a="http://schemas.openxmlformats.org/drawingml/2006/main">
            <a:off x="7524750" y="198120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The east-side holdout was compared with WorldCover.</a:t>
            </a:r>
          </a:p>
        </p:txBody>
      </p:sp>
      <p:sp>
        <p:nvSpPr>
          <p:cNvPr id="8" name="">
            <a:extLst xmlns:a="http://schemas.openxmlformats.org/drawingml/2006/main">
              <a:ext uri="{FF2B5EF4-FFF2-40B4-BE49-F238E27FC236}">
                <a16:creationId xmlns:a16="http://schemas.microsoft.com/office/drawing/2014/main" id="{6CF4CB5F-E3EA-48BD-BCAB-7D4A7E8C74F3}"/>
              </a:ext>
            </a:extLst>
          </p:cNvPr>
          <p:cNvSpPr>
            <a:spLocks xmlns:a="http://schemas.openxmlformats.org/drawingml/2006/main" noGrp="1"/>
          </p:cNvSpPr>
          <p:nvPr/>
        </p:nvSpPr>
        <p:spPr>
          <a:xfrm xmlns:a="http://schemas.openxmlformats.org/drawingml/2006/main">
            <a:off x="7524750" y="255270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F1 0.88, IoU 0.78 and balanced accuracy 0.89.</a:t>
            </a:r>
          </a:p>
        </p:txBody>
      </p:sp>
      <p:sp>
        <p:nvSpPr>
          <p:cNvPr id="9" name="">
            <a:extLst xmlns:a="http://schemas.openxmlformats.org/drawingml/2006/main">
              <a:ext uri="{FF2B5EF4-FFF2-40B4-BE49-F238E27FC236}">
                <a16:creationId xmlns:a16="http://schemas.microsoft.com/office/drawing/2014/main" id="{6D866C21-5947-4B6C-8446-030BA60B1FDF}"/>
              </a:ext>
            </a:extLst>
          </p:cNvPr>
          <p:cNvSpPr>
            <a:spLocks xmlns:a="http://schemas.openxmlformats.org/drawingml/2006/main" noGrp="1"/>
          </p:cNvSpPr>
          <p:nvPr/>
        </p:nvSpPr>
        <p:spPr>
          <a:xfrm xmlns:a="http://schemas.openxmlformats.org/drawingml/2006/main">
            <a:off x="7524750" y="3124200"/>
            <a:ext cx="3695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The test contains 36,156 reference pixels.</a:t>
            </a:r>
          </a:p>
        </p:txBody>
      </p:sp>
      <p:sp>
        <p:nvSpPr>
          <p:cNvPr id="10" name="">
            <a:extLst xmlns:a="http://schemas.openxmlformats.org/drawingml/2006/main">
              <a:ext uri="{FF2B5EF4-FFF2-40B4-BE49-F238E27FC236}">
                <a16:creationId xmlns:a16="http://schemas.microsoft.com/office/drawing/2014/main" id="{4850286E-1497-4113-99E9-B0892888683D}"/>
              </a:ext>
            </a:extLst>
          </p:cNvPr>
          <p:cNvSpPr>
            <a:spLocks xmlns:a="http://schemas.openxmlformats.org/drawingml/2006/main" noGrp="1"/>
          </p:cNvSpPr>
          <p:nvPr/>
        </p:nvSpPr>
        <p:spPr>
          <a:xfrm xmlns:a="http://schemas.openxmlformats.org/drawingml/2006/main">
            <a:off x="7524750" y="38100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vl1pPr algn="l">
              <a:buNone/>
              <a:defRPr sz="975" b="1">
                <a:solidFill>
                  <a:srgbClr val="F06449"/>
                </a:solidFill>
                <a:latin typeface="Arial"/>
                <a:ea typeface="Arial"/>
                <a:cs typeface="Arial"/>
              </a:defRPr>
            </a:lvl1pPr>
            <a:lvl2pPr algn="l">
              <a:buNone/>
              <a:defRPr sz="975" b="1">
                <a:solidFill>
                  <a:srgbClr val="F06449"/>
                </a:solidFill>
                <a:latin typeface="Arial"/>
                <a:ea typeface="Arial"/>
                <a:cs typeface="Arial"/>
              </a:defRPr>
            </a:lvl2pPr>
            <a:lvl3pPr algn="l">
              <a:buNone/>
              <a:defRPr sz="975" b="1">
                <a:solidFill>
                  <a:srgbClr val="F06449"/>
                </a:solidFill>
                <a:latin typeface="Arial"/>
                <a:ea typeface="Arial"/>
                <a:cs typeface="Arial"/>
              </a:defRPr>
            </a:lvl3pPr>
            <a:lvl4pPr algn="l">
              <a:buNone/>
              <a:defRPr sz="975" b="1">
                <a:solidFill>
                  <a:srgbClr val="F06449"/>
                </a:solidFill>
                <a:latin typeface="Arial"/>
                <a:ea typeface="Arial"/>
                <a:cs typeface="Arial"/>
              </a:defRPr>
            </a:lvl4pPr>
            <a:lvl5pPr algn="l">
              <a:buNone/>
              <a:defRPr sz="975" b="1">
                <a:solidFill>
                  <a:srgbClr val="F06449"/>
                </a:solidFill>
                <a:latin typeface="Arial"/>
                <a:ea typeface="Arial"/>
                <a:cs typeface="Arial"/>
              </a:defRPr>
            </a:lvl5pPr>
            <a:lvl6pPr algn="l">
              <a:buNone/>
              <a:defRPr sz="975" b="1">
                <a:solidFill>
                  <a:srgbClr val="F06449"/>
                </a:solidFill>
                <a:latin typeface="Arial"/>
                <a:ea typeface="Arial"/>
                <a:cs typeface="Arial"/>
              </a:defRPr>
            </a:lvl6pPr>
            <a:lvl7pPr algn="l">
              <a:buNone/>
              <a:defRPr sz="975" b="1">
                <a:solidFill>
                  <a:srgbClr val="F06449"/>
                </a:solidFill>
                <a:latin typeface="Arial"/>
                <a:ea typeface="Arial"/>
                <a:cs typeface="Arial"/>
              </a:defRPr>
            </a:lvl7pPr>
            <a:lvl8pPr algn="l">
              <a:buNone/>
              <a:defRPr sz="975" b="1">
                <a:solidFill>
                  <a:srgbClr val="F06449"/>
                </a:solidFill>
                <a:latin typeface="Arial"/>
                <a:ea typeface="Arial"/>
                <a:cs typeface="Arial"/>
              </a:defRPr>
            </a:lvl8pPr>
            <a:lvl9pPr algn="l">
              <a:buNone/>
              <a:defRPr sz="975" b="1">
                <a:solidFill>
                  <a:srgbClr val="F06449"/>
                </a:solidFill>
                <a:latin typeface="Arial"/>
                <a:ea typeface="Arial"/>
                <a:cs typeface="Arial"/>
              </a:defRPr>
            </a:lvl9pPr>
          </a:lstStyle>
          <a:p xmlns:a="http://schemas.openxmlformats.org/drawingml/2006/main">
            <a:pPr algn="l">
              <a:buNone/>
              <a:defRPr sz="975" b="1">
                <a:solidFill>
                  <a:srgbClr val="F06449"/>
                </a:solidFill>
                <a:latin typeface="Arial"/>
                <a:ea typeface="Arial"/>
                <a:cs typeface="Arial"/>
              </a:defRPr>
            </a:pPr>
            <a:r>
              <a:rPr sz="975" b="1">
                <a:solidFill>
                  <a:srgbClr val="F06449"/>
                </a:solidFill>
                <a:latin typeface="Arial"/>
                <a:ea typeface="Arial"/>
                <a:cs typeface="Arial"/>
              </a:rPr>
              <a:t>LIMITS</a:t>
            </a:r>
          </a:p>
        </p:txBody>
      </p:sp>
      <p:sp>
        <p:nvSpPr>
          <p:cNvPr id="11" name="">
            <a:extLst xmlns:a="http://schemas.openxmlformats.org/drawingml/2006/main">
              <a:ext uri="{FF2B5EF4-FFF2-40B4-BE49-F238E27FC236}">
                <a16:creationId xmlns:a16="http://schemas.microsoft.com/office/drawing/2014/main" id="{EEADD76E-0B7A-4439-9CDC-D35C59E5CCBC}"/>
              </a:ext>
            </a:extLst>
          </p:cNvPr>
          <p:cNvSpPr>
            <a:spLocks xmlns:a="http://schemas.openxmlformats.org/drawingml/2006/main" noGrp="1"/>
          </p:cNvSpPr>
          <p:nvPr/>
        </p:nvSpPr>
        <p:spPr>
          <a:xfrm xmlns:a="http://schemas.openxmlformats.org/drawingml/2006/main">
            <a:off x="7524750" y="4171950"/>
            <a:ext cx="3695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Field accuracy.</a:t>
            </a:r>
          </a:p>
        </p:txBody>
      </p:sp>
      <p:sp>
        <p:nvSpPr>
          <p:cNvPr id="12" name="">
            <a:extLst xmlns:a="http://schemas.openxmlformats.org/drawingml/2006/main">
              <a:ext uri="{FF2B5EF4-FFF2-40B4-BE49-F238E27FC236}">
                <a16:creationId xmlns:a16="http://schemas.microsoft.com/office/drawing/2014/main" id="{398FC2DB-BACA-410E-9E4C-717EF1C0A957}"/>
              </a:ext>
            </a:extLst>
          </p:cNvPr>
          <p:cNvSpPr>
            <a:spLocks xmlns:a="http://schemas.openxmlformats.org/drawingml/2006/main" noGrp="1"/>
          </p:cNvSpPr>
          <p:nvPr/>
        </p:nvSpPr>
        <p:spPr>
          <a:xfrm xmlns:a="http://schemas.openxmlformats.org/drawingml/2006/main">
            <a:off x="7524750" y="4629150"/>
            <a:ext cx="3695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Air temperature or health outcomes.</a:t>
            </a:r>
          </a:p>
        </p:txBody>
      </p:sp>
      <p:sp>
        <p:nvSpPr>
          <p:cNvPr id="13" name="">
            <a:extLst xmlns:a="http://schemas.openxmlformats.org/drawingml/2006/main">
              <a:ext uri="{FF2B5EF4-FFF2-40B4-BE49-F238E27FC236}">
                <a16:creationId xmlns:a16="http://schemas.microsoft.com/office/drawing/2014/main" id="{97D2E08A-EF85-459D-BD49-3041B1F680C3}"/>
              </a:ext>
            </a:extLst>
          </p:cNvPr>
          <p:cNvSpPr>
            <a:spLocks xmlns:a="http://schemas.openxmlformats.org/drawingml/2006/main" noGrp="1"/>
          </p:cNvSpPr>
          <p:nvPr/>
        </p:nvSpPr>
        <p:spPr>
          <a:xfrm xmlns:a="http://schemas.openxmlformats.org/drawingml/2006/main">
            <a:off x="7524750" y="5086350"/>
            <a:ext cx="3695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Municipal approval or user acceptance.</a:t>
            </a:r>
          </a:p>
        </p:txBody>
      </p:sp>
      <p:sp>
        <p:nvSpPr>
          <p:cNvPr id="14" name="">
            <a:extLst xmlns:a="http://schemas.openxmlformats.org/drawingml/2006/main">
              <a:ext uri="{FF2B5EF4-FFF2-40B4-BE49-F238E27FC236}">
                <a16:creationId xmlns:a16="http://schemas.microsoft.com/office/drawing/2014/main" id="{2AB7ACB5-C0F0-40A3-9BD0-EC51B35C89D1}"/>
              </a:ext>
            </a:extLst>
          </p:cNvPr>
          <p:cNvSpPr>
            <a:spLocks xmlns:a="http://schemas.openxmlformats.org/drawingml/2006/main" noGrp="1"/>
          </p:cNvSpPr>
          <p:nvPr/>
        </p:nvSpPr>
        <p:spPr>
          <a:xfrm xmlns:a="http://schemas.openxmlformats.org/drawingml/2006/main">
            <a:off x="7524750" y="5753100"/>
            <a:ext cx="3695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E2AD2B"/>
                </a:solidFill>
                <a:latin typeface="Arial"/>
                <a:ea typeface="Arial"/>
                <a:cs typeface="Arial"/>
              </a:defRPr>
            </a:defPPr>
            <a:lvl1pPr algn="l">
              <a:buNone/>
              <a:defRPr sz="1350" b="1">
                <a:solidFill>
                  <a:srgbClr val="E2AD2B"/>
                </a:solidFill>
                <a:latin typeface="Arial"/>
                <a:ea typeface="Arial"/>
                <a:cs typeface="Arial"/>
              </a:defRPr>
            </a:lvl1pPr>
            <a:lvl2pPr algn="l">
              <a:buNone/>
              <a:defRPr sz="1350" b="1">
                <a:solidFill>
                  <a:srgbClr val="E2AD2B"/>
                </a:solidFill>
                <a:latin typeface="Arial"/>
                <a:ea typeface="Arial"/>
                <a:cs typeface="Arial"/>
              </a:defRPr>
            </a:lvl2pPr>
            <a:lvl3pPr algn="l">
              <a:buNone/>
              <a:defRPr sz="1350" b="1">
                <a:solidFill>
                  <a:srgbClr val="E2AD2B"/>
                </a:solidFill>
                <a:latin typeface="Arial"/>
                <a:ea typeface="Arial"/>
                <a:cs typeface="Arial"/>
              </a:defRPr>
            </a:lvl3pPr>
            <a:lvl4pPr algn="l">
              <a:buNone/>
              <a:defRPr sz="1350" b="1">
                <a:solidFill>
                  <a:srgbClr val="E2AD2B"/>
                </a:solidFill>
                <a:latin typeface="Arial"/>
                <a:ea typeface="Arial"/>
                <a:cs typeface="Arial"/>
              </a:defRPr>
            </a:lvl4pPr>
            <a:lvl5pPr algn="l">
              <a:buNone/>
              <a:defRPr sz="1350" b="1">
                <a:solidFill>
                  <a:srgbClr val="E2AD2B"/>
                </a:solidFill>
                <a:latin typeface="Arial"/>
                <a:ea typeface="Arial"/>
                <a:cs typeface="Arial"/>
              </a:defRPr>
            </a:lvl5pPr>
            <a:lvl6pPr algn="l">
              <a:buNone/>
              <a:defRPr sz="1350" b="1">
                <a:solidFill>
                  <a:srgbClr val="E2AD2B"/>
                </a:solidFill>
                <a:latin typeface="Arial"/>
                <a:ea typeface="Arial"/>
                <a:cs typeface="Arial"/>
              </a:defRPr>
            </a:lvl6pPr>
            <a:lvl7pPr algn="l">
              <a:buNone/>
              <a:defRPr sz="1350" b="1">
                <a:solidFill>
                  <a:srgbClr val="E2AD2B"/>
                </a:solidFill>
                <a:latin typeface="Arial"/>
                <a:ea typeface="Arial"/>
                <a:cs typeface="Arial"/>
              </a:defRPr>
            </a:lvl7pPr>
            <a:lvl8pPr algn="l">
              <a:buNone/>
              <a:defRPr sz="1350" b="1">
                <a:solidFill>
                  <a:srgbClr val="E2AD2B"/>
                </a:solidFill>
                <a:latin typeface="Arial"/>
                <a:ea typeface="Arial"/>
                <a:cs typeface="Arial"/>
              </a:defRPr>
            </a:lvl8pPr>
            <a:lvl9pPr algn="l">
              <a:buNone/>
              <a:defRPr sz="1350" b="1">
                <a:solidFill>
                  <a:srgbClr val="E2AD2B"/>
                </a:solidFill>
                <a:latin typeface="Arial"/>
                <a:ea typeface="Arial"/>
                <a:cs typeface="Arial"/>
              </a:defRPr>
            </a:lvl9pPr>
          </a:lstStyle>
          <a:p xmlns:a="http://schemas.openxmlformats.org/drawingml/2006/main">
            <a:pPr algn="l">
              <a:buNone/>
              <a:defRPr sz="1350" b="1">
                <a:solidFill>
                  <a:srgbClr val="E2AD2B"/>
                </a:solidFill>
                <a:latin typeface="Arial"/>
                <a:ea typeface="Arial"/>
                <a:cs typeface="Arial"/>
              </a:defRPr>
            </a:pPr>
            <a:r>
              <a:rPr sz="1350" b="1">
                <a:solidFill>
                  <a:srgbClr val="E2AD2B"/>
                </a:solidFill>
                <a:latin typeface="Arial"/>
                <a:ea typeface="Arial"/>
                <a:cs typeface="Arial"/>
              </a:rPr>
              <a:t>Next: field and user review of the top-ranked cells.</a:t>
            </a:r>
          </a:p>
        </p:txBody>
      </p:sp>
      <p:sp>
        <p:nvSpPr>
          <p:cNvPr id="15" name="">
            <a:extLst xmlns:a="http://schemas.openxmlformats.org/drawingml/2006/main">
              <a:ext uri="{FF2B5EF4-FFF2-40B4-BE49-F238E27FC236}">
                <a16:creationId xmlns:a16="http://schemas.microsoft.com/office/drawing/2014/main" id="{5069E975-441A-438B-BA4E-69457F3D20B5}"/>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APPENDIX</a:t>
            </a:r>
          </a:p>
        </p:txBody>
      </p:sp>
      <p:sp>
        <p:nvSpPr>
          <p:cNvPr id="16" name="">
            <a:extLst xmlns:a="http://schemas.openxmlformats.org/drawingml/2006/main">
              <a:ext uri="{FF2B5EF4-FFF2-40B4-BE49-F238E27FC236}">
                <a16:creationId xmlns:a16="http://schemas.microsoft.com/office/drawing/2014/main" id="{1A326DC3-1A0B-4C82-B2B4-88B751099826}"/>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10</a:t>
            </a:r>
          </a:p>
        </p:txBody>
      </p:sp>
    </p:spTree>
    <p:extLst>
      <p:ext uri="{BB962C8B-B14F-4D97-AF65-F5344CB8AC3E}">
        <p14:creationId xmlns:p14="http://schemas.microsoft.com/office/powerpoint/2010/main" val="2063543567"/>
      </p:ext>
    </p:extLst>
  </p:cSld>
</p:sld>
</file>

<file path=ppt/theme/theme1.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2026-10-24T12:07:24.1930000Z</dcterms:created>
  <dcterms:modified xsi:type="dcterms:W3CDTF">2026-10-24T12:07:24.1930000Z</dcterms:modified>
</coreProperties>
</file>