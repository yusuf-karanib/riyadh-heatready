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6507cca9014415" /><Relationship Type="http://schemas.openxmlformats.org/officeDocument/2006/relationships/extended-properties" Target="/docProps/app.xml" Id="R055aeb98abba47ed" /><Relationship Type="http://schemas.openxmlformats.org/officeDocument/2006/relationships/officeDocument" Target="/ppt/presentation.xml" Id="R5aec10bcaf604a31" /></Relationships>
</file>

<file path=ppt/presentation.xml><?xml version="1.0" encoding="utf-8"?>
<p:presentation xmlns:p="http://schemas.openxmlformats.org/presentationml/2006/main">
  <p:sldMasterIdLst>
    <p:sldMasterId xmlns:r="http://schemas.openxmlformats.org/officeDocument/2006/relationships" id="2147483648" r:id="R45258f0e65cc46f6"/>
  </p:sldMasterIdLst>
  <p:notesMasterIdLst>
    <p:notesMasterId xmlns:r="http://schemas.openxmlformats.org/officeDocument/2006/relationships" r:id="Re5b64ed1e2664348"/>
  </p:notesMasterIdLst>
  <p:sldIdLst>
    <p:sldId xmlns:r="http://schemas.openxmlformats.org/officeDocument/2006/relationships" id="256" r:id="R37dd2954a0fd4e0a"/>
    <p:sldId xmlns:r="http://schemas.openxmlformats.org/officeDocument/2006/relationships" id="257" r:id="R5040dd9736d948fa"/>
    <p:sldId xmlns:r="http://schemas.openxmlformats.org/officeDocument/2006/relationships" id="258" r:id="R60d24c8449c24433"/>
    <p:sldId xmlns:r="http://schemas.openxmlformats.org/officeDocument/2006/relationships" id="259" r:id="Rd43fdb141bb14ad7"/>
    <p:sldId xmlns:r="http://schemas.openxmlformats.org/officeDocument/2006/relationships" id="260" r:id="R35b738b54e714d83"/>
    <p:sldId xmlns:r="http://schemas.openxmlformats.org/officeDocument/2006/relationships" id="261" r:id="R3727e6a288864905"/>
    <p:sldId xmlns:r="http://schemas.openxmlformats.org/officeDocument/2006/relationships" id="262" r:id="R8f1c418a23f747f6"/>
    <p:sldId xmlns:r="http://schemas.openxmlformats.org/officeDocument/2006/relationships" id="263" r:id="Rd1da868fd33a4fec"/>
    <p:sldId xmlns:r="http://schemas.openxmlformats.org/officeDocument/2006/relationships" id="264" r:id="Rb8b7194ced524542"/>
    <p:sldId xmlns:r="http://schemas.openxmlformats.org/officeDocument/2006/relationships" id="265" r:id="Rcf4ff5131da840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38067f894646f1" /><Relationship Type="http://schemas.openxmlformats.org/officeDocument/2006/relationships/slideMaster" Target="/ppt/slideMasters/slideMaster1.xml" Id="R45258f0e65cc46f6" /><Relationship Type="http://schemas.openxmlformats.org/officeDocument/2006/relationships/notesMaster" Target="/ppt/notesMasters/notesMaster1.xml" Id="Re5b64ed1e2664348" /><Relationship Type="http://schemas.openxmlformats.org/officeDocument/2006/relationships/presProps" Target="/ppt/presProps.xml" Id="R364eb435fa0942de" /><Relationship Type="http://schemas.openxmlformats.org/officeDocument/2006/relationships/tableStyles" Target="/ppt/tableStyles.xml" Id="Re413032a9da747e5" /><Relationship Type="http://schemas.openxmlformats.org/officeDocument/2006/relationships/slide" Target="/ppt/slides/slide1.xml" Id="R37dd2954a0fd4e0a" /><Relationship Type="http://schemas.openxmlformats.org/officeDocument/2006/relationships/slide" Target="/ppt/slides/slide2.xml" Id="R5040dd9736d948fa" /><Relationship Type="http://schemas.openxmlformats.org/officeDocument/2006/relationships/slide" Target="/ppt/slides/slide3.xml" Id="R60d24c8449c24433" /><Relationship Type="http://schemas.openxmlformats.org/officeDocument/2006/relationships/slide" Target="/ppt/slides/slide4.xml" Id="Rd43fdb141bb14ad7" /><Relationship Type="http://schemas.openxmlformats.org/officeDocument/2006/relationships/slide" Target="/ppt/slides/slide5.xml" Id="R35b738b54e714d83" /><Relationship Type="http://schemas.openxmlformats.org/officeDocument/2006/relationships/slide" Target="/ppt/slides/slide6.xml" Id="R3727e6a288864905" /><Relationship Type="http://schemas.openxmlformats.org/officeDocument/2006/relationships/slide" Target="/ppt/slides/slide7.xml" Id="R8f1c418a23f747f6" /><Relationship Type="http://schemas.openxmlformats.org/officeDocument/2006/relationships/slide" Target="/ppt/slides/slide8.xml" Id="Rd1da868fd33a4fec" /><Relationship Type="http://schemas.openxmlformats.org/officeDocument/2006/relationships/slide" Target="/ppt/slides/slide9.xml" Id="Rb8b7194ced524542" /><Relationship Type="http://schemas.openxmlformats.org/officeDocument/2006/relationships/slide" Target="/ppt/slides/slide10.xml" Id="Rcf4ff5131da840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9c4124d6c84a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5f8504451c456e" /><Relationship Type="http://schemas.openxmlformats.org/officeDocument/2006/relationships/notesMaster" Target="/ppt/notesMasters/notesMaster1.xml" Id="Ra001e98fec614f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571e5a6cad4586" /><Relationship Type="http://schemas.openxmlformats.org/officeDocument/2006/relationships/notesMaster" Target="/ppt/notesMasters/notesMaster1.xml" Id="R38c918e817d04c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f13ca0508844b1" /><Relationship Type="http://schemas.openxmlformats.org/officeDocument/2006/relationships/notesMaster" Target="/ppt/notesMasters/notesMaster1.xml" Id="R1a456aac86f24a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927047f01d4a70" /><Relationship Type="http://schemas.openxmlformats.org/officeDocument/2006/relationships/notesMaster" Target="/ppt/notesMasters/notesMaster1.xml" Id="Rdacc90443b6045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239557bddc4f37" /><Relationship Type="http://schemas.openxmlformats.org/officeDocument/2006/relationships/notesMaster" Target="/ppt/notesMasters/notesMaster1.xml" Id="Rf78444393e094d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65ef1395924ece" /><Relationship Type="http://schemas.openxmlformats.org/officeDocument/2006/relationships/notesMaster" Target="/ppt/notesMasters/notesMaster1.xml" Id="R79048097fb7f41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57c15c208642e0" /><Relationship Type="http://schemas.openxmlformats.org/officeDocument/2006/relationships/notesMaster" Target="/ppt/notesMasters/notesMaster1.xml" Id="Rd8ac7c024ea944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12def7a6d94021" /><Relationship Type="http://schemas.openxmlformats.org/officeDocument/2006/relationships/notesMaster" Target="/ppt/notesMasters/notesMaster1.xml" Id="R6fc2982cd8c84c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ad8ffb83ad481e" /><Relationship Type="http://schemas.openxmlformats.org/officeDocument/2006/relationships/notesMaster" Target="/ppt/notesMasters/notesMaster1.xml" Id="Rc1ebbf5916ca45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142938dcf64bd1" /><Relationship Type="http://schemas.openxmlformats.org/officeDocument/2006/relationships/notesMaster" Target="/ppt/notesMasters/notesMaster1.xml" Id="Rdea5f76a8f6a4d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Yusuf. Good afternoon. We are Team Milkaholics, and this is Riyadh HeatReady. We asked one practical question: if planners can inspect only a few areas, where should they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 Yusuf. I am Yusuf. I will explain the problem, the data and the result, and I will run the demo. Raed will explain the validation, the limits and how we would test HeatReady with planners.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Yusuf. The problem is that the information a planner needs sits in separate maps. One map shows growth, another heat, another population and another vegetation. Comparing them takes time. HeatReady brings these layers together and ranks one-kilometre areas. The ranking suggests where to inspect first. It does not make the final planning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1:15-2:45 | Yusuf. Here is our answer. Sixty-seven one-kilometre cells contained confirmed growth signals, and fourteen were labelled high priority. R05C10 ranked first with a score of about 78.7. The score combines heat, population, confirmed growth and low vegetation, so each result can be explained. [Open outputs/dashboard.html and go to Decision output.] The dashboard shows the same ranked map and table. The files can also be opened in a spreadsheet or GIS. [Return to slide 4.] A high score means inspect this area early. It does not mean a project should automatically start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2:45-3:45 | Yusuf. We used open satellite data, and each source had one job. Annual land-cover maps showed where built-up land may have appeared between 2018 and 2023. Sentinel-2 and Sentinel-1 checked those places using optical and radar data. Landsat gave land surface temperature. WorldPop gave a population estimate, and Sentinel-2 also gave vegetation. The annual maps first flagged 13.82 square kilometres. After the optical and radar checks, 3.74 square kilometres remained. The final weights are 40 percent heat, 30 percent population, 20 percent confirmed growth and 10 percent low vegetation. These are starting assumptions that a real user should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 Raed. We tested the built-up model on the eastern part of the study area, separate from the training area, using ESA WorldCover as a reference. It reached an F1 score of 0.88, an overlap score of 0.78 and balanced accuracy of 0.89. In simple terms, the model and the satellite reference agreed well. But this does not prove field accuracy. Landsat measures surface temperature, not air temperature or personal heat exposure. WorldPop is an estimate, not a live population count. Bright desert and roofs can still confuse the model. The weights in our final score are also our choices. HeatReady should guide inspection, not make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4:40-5:20 | Raed. The main difference is that we do not rely on one image or one index. Annual maps suggest where growth may have happened, then optical and radar data check that signal. In the Tanager scene, unbuilt desert scored higher than established built land on a common built-up index. This shows why one threshold can mislead us. Each final score also keeps its four parts visible, so a planner can see why an area ranked highly.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5:20-6:15 | Raed. Our next step is small and practical. First, we would meet planners or GIS staff and learn how they choose areas today. Then we would check the top five HeatReady areas against local plans and field observations. We would record which results were useful and which were false alarms. Based on that, we would change the weights and add missing local information, such as worker exposure or planned projects. Finally, we would repeat the test in another part of Riyadh. The goal is to learn whether HeatReady saves time without sending staff to the wrong places. Thank you. We are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3cc52366f846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f140d31dd043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1cf6eed1e847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257d52348547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ba1876793047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b8a238ae0446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10520-6BAD-4C5F-8785-12402504F0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CCA530-3E25-42F2-B8F1-C6A3C6EC9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FA8B9B-372C-4ADC-93E9-C73FF5E34E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358748-5826-49DF-96DE-F313D8BEE7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FA2CEE-1EDA-4E7A-9D6F-ABADA9FA53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093011-8CA6-4AD1-81D0-68CE197915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C3472C-0CE9-4E0C-BFB4-902E59DA8E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A5598A-EBFF-4606-80BD-6A14BB713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8C279-F1D3-4367-AF25-8617270372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302A9-A652-4742-B80F-7CCC819650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066a7d78e54074" /><Relationship Type="http://schemas.openxmlformats.org/officeDocument/2006/relationships/slideLayout" Target="/ppt/slideLayouts/slideLayout1.xml" Id="R4a54077aba92400a" /><Relationship Type="http://schemas.openxmlformats.org/officeDocument/2006/relationships/slideLayout" Target="/ppt/slideLayouts/slideLayout2.xml" Id="R858b842f50734cff" /><Relationship Type="http://schemas.openxmlformats.org/officeDocument/2006/relationships/slideLayout" Target="/ppt/slideLayouts/slideLayout3.xml" Id="R41a49ebf434b4478" /><Relationship Type="http://schemas.openxmlformats.org/officeDocument/2006/relationships/slideLayout" Target="/ppt/slideLayouts/slideLayout4.xml" Id="R38fabd0e42dc434a" /><Relationship Type="http://schemas.openxmlformats.org/officeDocument/2006/relationships/slideLayout" Target="/ppt/slideLayouts/slideLayout5.xml" Id="R41dc19cb2b424e6f" /><Relationship Type="http://schemas.openxmlformats.org/officeDocument/2006/relationships/slideLayout" Target="/ppt/slideLayouts/slideLayout6.xml" Id="Rc8879fcbaf6d43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54077aba92400a"/>
    <p:sldLayoutId xmlns:r="http://schemas.openxmlformats.org/officeDocument/2006/relationships" id="2147483650" r:id="R858b842f50734cff"/>
    <p:sldLayoutId xmlns:r="http://schemas.openxmlformats.org/officeDocument/2006/relationships" id="2147483651" r:id="R41a49ebf434b4478"/>
    <p:sldLayoutId xmlns:r="http://schemas.openxmlformats.org/officeDocument/2006/relationships" id="2147483652" r:id="R38fabd0e42dc434a"/>
    <p:sldLayoutId xmlns:r="http://schemas.openxmlformats.org/officeDocument/2006/relationships" id="2147483653" r:id="R41dc19cb2b424e6f"/>
    <p:sldLayoutId xmlns:r="http://schemas.openxmlformats.org/officeDocument/2006/relationships" id="2147483654" r:id="Rc8879fcbaf6d43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2b00f540e0456f" /><Relationship Type="http://schemas.openxmlformats.org/officeDocument/2006/relationships/image" Target="/ppt/media/image.png" Id="R8a39b4cc80f24603" /><Relationship Type="http://schemas.openxmlformats.org/officeDocument/2006/relationships/notesSlide" Target="/ppt/notesSlides/notesSlide1.xml" Id="R7d3fd62dbc9541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28cf72b919449e" /><Relationship Type="http://schemas.openxmlformats.org/officeDocument/2006/relationships/image" Target="/ppt/media/image2.png" Id="Rf402324e2eeb4f12" /><Relationship Type="http://schemas.openxmlformats.org/officeDocument/2006/relationships/image" Target="/ppt/media/image3.png" Id="R4b8415f924954fb8" /><Relationship Type="http://schemas.openxmlformats.org/officeDocument/2006/relationships/notesSlide" Target="/ppt/notesSlides/notesSlide2.xml" Id="R8432b0fe328d42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3700a96d20f4f6c" /><Relationship Type="http://schemas.openxmlformats.org/officeDocument/2006/relationships/notesSlide" Target="/ppt/notesSlides/notesSlide3.xml" Id="R7a268d375e4b49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9402f67375438b" /><Relationship Type="http://schemas.openxmlformats.org/officeDocument/2006/relationships/image" Target="/ppt/media/image4.png" Id="R9f0d4d4f3ef94d42" /><Relationship Type="http://schemas.openxmlformats.org/officeDocument/2006/relationships/image" Target="/ppt/media/image5.png" Id="R896862a12469415f" /><Relationship Type="http://schemas.openxmlformats.org/officeDocument/2006/relationships/notesSlide" Target="/ppt/notesSlides/notesSlide4.xml" Id="Rc907b973434348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73d1a396484138" /><Relationship Type="http://schemas.openxmlformats.org/officeDocument/2006/relationships/image" Target="/ppt/media/image6.png" Id="R290bdc1ad61e4942" /><Relationship Type="http://schemas.openxmlformats.org/officeDocument/2006/relationships/notesSlide" Target="/ppt/notesSlides/notesSlide5.xml" Id="R5b7bc209dbdd49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aa2b9e02e8448b" /><Relationship Type="http://schemas.openxmlformats.org/officeDocument/2006/relationships/image" Target="/ppt/media/image7.png" Id="R1864c37d024544b5" /><Relationship Type="http://schemas.openxmlformats.org/officeDocument/2006/relationships/notesSlide" Target="/ppt/notesSlides/notesSlide6.xml" Id="R7713e9cb37ab4e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0e6ea1227ca4eaa" /><Relationship Type="http://schemas.openxmlformats.org/officeDocument/2006/relationships/image" Target="/ppt/media/image8.png" Id="R9d00399c41fc4ec6" /><Relationship Type="http://schemas.openxmlformats.org/officeDocument/2006/relationships/notesSlide" Target="/ppt/notesSlides/notesSlide7.xml" Id="R599d3530370b47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e1c90c16cd4747" /><Relationship Type="http://schemas.openxmlformats.org/officeDocument/2006/relationships/notesSlide" Target="/ppt/notesSlides/notesSlide8.xml" Id="Rc3c505131f5347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cb7f217abf4529" /><Relationship Type="http://schemas.openxmlformats.org/officeDocument/2006/relationships/notesSlide" Target="/ppt/notesSlides/notesSlide9.xml" Id="R40fa36abb75e42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c9d3616ebe46c7" /><Relationship Type="http://schemas.openxmlformats.org/officeDocument/2006/relationships/image" Target="/ppt/media/image9.png" Id="R10d1e66dc58d44c2" /><Relationship Type="http://schemas.openxmlformats.org/officeDocument/2006/relationships/notesSlide" Target="/ppt/notesSlides/notesSlide10.xml" Id="R846d7832240047f4"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A05BED1-D060-492A-A1AB-256FA92DE33A}"/>
              </a:ext>
            </a:extLst>
          </p:cNvPr>
          <p:cNvPicPr>
            <a:picLocks xmlns:a="http://schemas.openxmlformats.org/drawingml/2006/main" noChangeAspect="1"/>
          </p:cNvPicPr>
          <p:nvPr/>
        </p:nvPicPr>
        <p:blipFill>
          <a:blip xmlns:r="http://schemas.openxmlformats.org/officeDocument/2006/relationships" xmlns:a="http://schemas.openxmlformats.org/drawingml/2006/main" r:embed="R8a39b4cc80f24603"/>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814BA3-110E-43F9-91C5-B3D8CF4FE9A3}"/>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BCC33-9639-4C9B-A0EB-F69FB9FFB49A}"/>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37E6B4-3357-4B70-9520-02BE0355FDA0}"/>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vl1pPr algn="ctr">
              <a:buNone/>
              <a:defRPr sz="1125" b="1">
                <a:solidFill>
                  <a:srgbClr val="1AA58F"/>
                </a:solidFill>
                <a:latin typeface="Arial"/>
                <a:ea typeface="Arial"/>
                <a:cs typeface="Arial"/>
              </a:defRPr>
            </a:lvl1pPr>
            <a:lvl2pPr algn="ctr">
              <a:buNone/>
              <a:defRPr sz="1125" b="1">
                <a:solidFill>
                  <a:srgbClr val="1AA58F"/>
                </a:solidFill>
                <a:latin typeface="Arial"/>
                <a:ea typeface="Arial"/>
                <a:cs typeface="Arial"/>
              </a:defRPr>
            </a:lvl2pPr>
            <a:lvl3pPr algn="ctr">
              <a:buNone/>
              <a:defRPr sz="1125" b="1">
                <a:solidFill>
                  <a:srgbClr val="1AA58F"/>
                </a:solidFill>
                <a:latin typeface="Arial"/>
                <a:ea typeface="Arial"/>
                <a:cs typeface="Arial"/>
              </a:defRPr>
            </a:lvl3pPr>
            <a:lvl4pPr algn="ctr">
              <a:buNone/>
              <a:defRPr sz="1125" b="1">
                <a:solidFill>
                  <a:srgbClr val="1AA58F"/>
                </a:solidFill>
                <a:latin typeface="Arial"/>
                <a:ea typeface="Arial"/>
                <a:cs typeface="Arial"/>
              </a:defRPr>
            </a:lvl4pPr>
            <a:lvl5pPr algn="ctr">
              <a:buNone/>
              <a:defRPr sz="1125" b="1">
                <a:solidFill>
                  <a:srgbClr val="1AA58F"/>
                </a:solidFill>
                <a:latin typeface="Arial"/>
                <a:ea typeface="Arial"/>
                <a:cs typeface="Arial"/>
              </a:defRPr>
            </a:lvl5pPr>
            <a:lvl6pPr algn="ctr">
              <a:buNone/>
              <a:defRPr sz="1125" b="1">
                <a:solidFill>
                  <a:srgbClr val="1AA58F"/>
                </a:solidFill>
                <a:latin typeface="Arial"/>
                <a:ea typeface="Arial"/>
                <a:cs typeface="Arial"/>
              </a:defRPr>
            </a:lvl6pPr>
            <a:lvl7pPr algn="ctr">
              <a:buNone/>
              <a:defRPr sz="1125" b="1">
                <a:solidFill>
                  <a:srgbClr val="1AA58F"/>
                </a:solidFill>
                <a:latin typeface="Arial"/>
                <a:ea typeface="Arial"/>
                <a:cs typeface="Arial"/>
              </a:defRPr>
            </a:lvl7pPr>
            <a:lvl8pPr algn="ctr">
              <a:buNone/>
              <a:defRPr sz="1125" b="1">
                <a:solidFill>
                  <a:srgbClr val="1AA58F"/>
                </a:solidFill>
                <a:latin typeface="Arial"/>
                <a:ea typeface="Arial"/>
                <a:cs typeface="Arial"/>
              </a:defRPr>
            </a:lvl8pPr>
            <a:lvl9pPr algn="ctr">
              <a:buNone/>
              <a:defRPr sz="1125" b="1">
                <a:solidFill>
                  <a:srgbClr val="1AA58F"/>
                </a:solidFill>
                <a:latin typeface="Arial"/>
                <a:ea typeface="Arial"/>
                <a:cs typeface="Arial"/>
              </a:defRPr>
            </a:lvl9pPr>
          </a:lstStyle>
          <a:p xmlns:a="http://schemas.openxmlformats.org/drawingml/2006/main">
            <a:pPr algn="ctr">
              <a:buNone/>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8E9CA7D5-B86E-406F-B1E0-BF49E95E072E}"/>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vl1pPr algn="l">
              <a:buNone/>
              <a:defRPr sz="1275" b="1">
                <a:solidFill>
                  <a:srgbClr val="1AA58F"/>
                </a:solidFill>
                <a:latin typeface="Arial"/>
                <a:ea typeface="Arial"/>
                <a:cs typeface="Arial"/>
              </a:defRPr>
            </a:lvl1pPr>
            <a:lvl2pPr algn="l">
              <a:buNone/>
              <a:defRPr sz="1275" b="1">
                <a:solidFill>
                  <a:srgbClr val="1AA58F"/>
                </a:solidFill>
                <a:latin typeface="Arial"/>
                <a:ea typeface="Arial"/>
                <a:cs typeface="Arial"/>
              </a:defRPr>
            </a:lvl2pPr>
            <a:lvl3pPr algn="l">
              <a:buNone/>
              <a:defRPr sz="1275" b="1">
                <a:solidFill>
                  <a:srgbClr val="1AA58F"/>
                </a:solidFill>
                <a:latin typeface="Arial"/>
                <a:ea typeface="Arial"/>
                <a:cs typeface="Arial"/>
              </a:defRPr>
            </a:lvl3pPr>
            <a:lvl4pPr algn="l">
              <a:buNone/>
              <a:defRPr sz="1275" b="1">
                <a:solidFill>
                  <a:srgbClr val="1AA58F"/>
                </a:solidFill>
                <a:latin typeface="Arial"/>
                <a:ea typeface="Arial"/>
                <a:cs typeface="Arial"/>
              </a:defRPr>
            </a:lvl4pPr>
            <a:lvl5pPr algn="l">
              <a:buNone/>
              <a:defRPr sz="1275" b="1">
                <a:solidFill>
                  <a:srgbClr val="1AA58F"/>
                </a:solidFill>
                <a:latin typeface="Arial"/>
                <a:ea typeface="Arial"/>
                <a:cs typeface="Arial"/>
              </a:defRPr>
            </a:lvl5pPr>
            <a:lvl6pPr algn="l">
              <a:buNone/>
              <a:defRPr sz="1275" b="1">
                <a:solidFill>
                  <a:srgbClr val="1AA58F"/>
                </a:solidFill>
                <a:latin typeface="Arial"/>
                <a:ea typeface="Arial"/>
                <a:cs typeface="Arial"/>
              </a:defRPr>
            </a:lvl6pPr>
            <a:lvl7pPr algn="l">
              <a:buNone/>
              <a:defRPr sz="1275" b="1">
                <a:solidFill>
                  <a:srgbClr val="1AA58F"/>
                </a:solidFill>
                <a:latin typeface="Arial"/>
                <a:ea typeface="Arial"/>
                <a:cs typeface="Arial"/>
              </a:defRPr>
            </a:lvl7pPr>
            <a:lvl8pPr algn="l">
              <a:buNone/>
              <a:defRPr sz="1275" b="1">
                <a:solidFill>
                  <a:srgbClr val="1AA58F"/>
                </a:solidFill>
                <a:latin typeface="Arial"/>
                <a:ea typeface="Arial"/>
                <a:cs typeface="Arial"/>
              </a:defRPr>
            </a:lvl8pPr>
            <a:lvl9pPr algn="l">
              <a:buNone/>
              <a:defRPr sz="1275" b="1">
                <a:solidFill>
                  <a:srgbClr val="1AA58F"/>
                </a:solidFill>
                <a:latin typeface="Arial"/>
                <a:ea typeface="Arial"/>
                <a:cs typeface="Arial"/>
              </a:defRPr>
            </a:lvl9pPr>
          </a:lstStyle>
          <a:p xmlns:a="http://schemas.openxmlformats.org/drawingml/2006/main">
            <a:pPr algn="l">
              <a:buNone/>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39EAF905-A577-45AE-B024-04ECE4909BAE}"/>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vl1pPr algn="l">
              <a:buNone/>
              <a:defRPr sz="3225" b="1">
                <a:solidFill>
                  <a:srgbClr val="F3F6F2"/>
                </a:solidFill>
                <a:latin typeface="Arial"/>
                <a:ea typeface="Arial"/>
                <a:cs typeface="Arial"/>
              </a:defRPr>
            </a:lvl1pPr>
            <a:lvl2pPr algn="l">
              <a:buNone/>
              <a:defRPr sz="3225" b="1">
                <a:solidFill>
                  <a:srgbClr val="F3F6F2"/>
                </a:solidFill>
                <a:latin typeface="Arial"/>
                <a:ea typeface="Arial"/>
                <a:cs typeface="Arial"/>
              </a:defRPr>
            </a:lvl2pPr>
            <a:lvl3pPr algn="l">
              <a:buNone/>
              <a:defRPr sz="3225" b="1">
                <a:solidFill>
                  <a:srgbClr val="F3F6F2"/>
                </a:solidFill>
                <a:latin typeface="Arial"/>
                <a:ea typeface="Arial"/>
                <a:cs typeface="Arial"/>
              </a:defRPr>
            </a:lvl3pPr>
            <a:lvl4pPr algn="l">
              <a:buNone/>
              <a:defRPr sz="3225" b="1">
                <a:solidFill>
                  <a:srgbClr val="F3F6F2"/>
                </a:solidFill>
                <a:latin typeface="Arial"/>
                <a:ea typeface="Arial"/>
                <a:cs typeface="Arial"/>
              </a:defRPr>
            </a:lvl4pPr>
            <a:lvl5pPr algn="l">
              <a:buNone/>
              <a:defRPr sz="3225" b="1">
                <a:solidFill>
                  <a:srgbClr val="F3F6F2"/>
                </a:solidFill>
                <a:latin typeface="Arial"/>
                <a:ea typeface="Arial"/>
                <a:cs typeface="Arial"/>
              </a:defRPr>
            </a:lvl5pPr>
            <a:lvl6pPr algn="l">
              <a:buNone/>
              <a:defRPr sz="3225" b="1">
                <a:solidFill>
                  <a:srgbClr val="F3F6F2"/>
                </a:solidFill>
                <a:latin typeface="Arial"/>
                <a:ea typeface="Arial"/>
                <a:cs typeface="Arial"/>
              </a:defRPr>
            </a:lvl6pPr>
            <a:lvl7pPr algn="l">
              <a:buNone/>
              <a:defRPr sz="3225" b="1">
                <a:solidFill>
                  <a:srgbClr val="F3F6F2"/>
                </a:solidFill>
                <a:latin typeface="Arial"/>
                <a:ea typeface="Arial"/>
                <a:cs typeface="Arial"/>
              </a:defRPr>
            </a:lvl7pPr>
            <a:lvl8pPr algn="l">
              <a:buNone/>
              <a:defRPr sz="3225" b="1">
                <a:solidFill>
                  <a:srgbClr val="F3F6F2"/>
                </a:solidFill>
                <a:latin typeface="Arial"/>
                <a:ea typeface="Arial"/>
                <a:cs typeface="Arial"/>
              </a:defRPr>
            </a:lvl8pPr>
            <a:lvl9pPr algn="l">
              <a:buNone/>
              <a:defRPr sz="3225" b="1">
                <a:solidFill>
                  <a:srgbClr val="F3F6F2"/>
                </a:solidFill>
                <a:latin typeface="Arial"/>
                <a:ea typeface="Arial"/>
                <a:cs typeface="Arial"/>
              </a:defRPr>
            </a:lvl9pPr>
          </a:lstStyle>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Where should planners</a:t>
            </a:r>
          </a:p>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inspect first?</a:t>
            </a:r>
          </a:p>
        </p:txBody>
      </p:sp>
      <p:sp>
        <p:nvSpPr>
          <p:cNvPr id="7" name="">
            <a:extLst xmlns:a="http://schemas.openxmlformats.org/drawingml/2006/main">
              <a:ext uri="{FF2B5EF4-FFF2-40B4-BE49-F238E27FC236}">
                <a16:creationId xmlns:a16="http://schemas.microsoft.com/office/drawing/2014/main" id="{D6AF54D7-2C61-440E-A3CF-3B00B8BD2371}"/>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vl1pPr algn="l">
              <a:buNone/>
              <a:defRPr sz="1725">
                <a:solidFill>
                  <a:srgbClr val="AFC4C6"/>
                </a:solidFill>
                <a:latin typeface="Arial"/>
                <a:ea typeface="Arial"/>
                <a:cs typeface="Arial"/>
              </a:defRPr>
            </a:lvl1pPr>
            <a:lvl2pPr algn="l">
              <a:buNone/>
              <a:defRPr sz="1725">
                <a:solidFill>
                  <a:srgbClr val="AFC4C6"/>
                </a:solidFill>
                <a:latin typeface="Arial"/>
                <a:ea typeface="Arial"/>
                <a:cs typeface="Arial"/>
              </a:defRPr>
            </a:lvl2pPr>
            <a:lvl3pPr algn="l">
              <a:buNone/>
              <a:defRPr sz="1725">
                <a:solidFill>
                  <a:srgbClr val="AFC4C6"/>
                </a:solidFill>
                <a:latin typeface="Arial"/>
                <a:ea typeface="Arial"/>
                <a:cs typeface="Arial"/>
              </a:defRPr>
            </a:lvl3pPr>
            <a:lvl4pPr algn="l">
              <a:buNone/>
              <a:defRPr sz="1725">
                <a:solidFill>
                  <a:srgbClr val="AFC4C6"/>
                </a:solidFill>
                <a:latin typeface="Arial"/>
                <a:ea typeface="Arial"/>
                <a:cs typeface="Arial"/>
              </a:defRPr>
            </a:lvl4pPr>
            <a:lvl5pPr algn="l">
              <a:buNone/>
              <a:defRPr sz="1725">
                <a:solidFill>
                  <a:srgbClr val="AFC4C6"/>
                </a:solidFill>
                <a:latin typeface="Arial"/>
                <a:ea typeface="Arial"/>
                <a:cs typeface="Arial"/>
              </a:defRPr>
            </a:lvl5pPr>
            <a:lvl6pPr algn="l">
              <a:buNone/>
              <a:defRPr sz="1725">
                <a:solidFill>
                  <a:srgbClr val="AFC4C6"/>
                </a:solidFill>
                <a:latin typeface="Arial"/>
                <a:ea typeface="Arial"/>
                <a:cs typeface="Arial"/>
              </a:defRPr>
            </a:lvl6pPr>
            <a:lvl7pPr algn="l">
              <a:buNone/>
              <a:defRPr sz="1725">
                <a:solidFill>
                  <a:srgbClr val="AFC4C6"/>
                </a:solidFill>
                <a:latin typeface="Arial"/>
                <a:ea typeface="Arial"/>
                <a:cs typeface="Arial"/>
              </a:defRPr>
            </a:lvl7pPr>
            <a:lvl8pPr algn="l">
              <a:buNone/>
              <a:defRPr sz="1725">
                <a:solidFill>
                  <a:srgbClr val="AFC4C6"/>
                </a:solidFill>
                <a:latin typeface="Arial"/>
                <a:ea typeface="Arial"/>
                <a:cs typeface="Arial"/>
              </a:defRPr>
            </a:lvl8pPr>
            <a:lvl9pPr algn="l">
              <a:buNone/>
              <a:defRPr sz="1725">
                <a:solidFill>
                  <a:srgbClr val="AFC4C6"/>
                </a:solidFill>
                <a:latin typeface="Arial"/>
                <a:ea typeface="Arial"/>
                <a:cs typeface="Arial"/>
              </a:defRPr>
            </a:lvl9pPr>
          </a:lstStyle>
          <a:p xmlns:a="http://schemas.openxmlformats.org/drawingml/2006/main">
            <a:pPr algn="l">
              <a:buNone/>
              <a:defRPr sz="1725">
                <a:solidFill>
                  <a:srgbClr val="AFC4C6"/>
                </a:solidFill>
                <a:latin typeface="Arial"/>
                <a:ea typeface="Arial"/>
                <a:cs typeface="Arial"/>
              </a:defRPr>
            </a:pPr>
            <a:r>
              <a:rPr sz="1725">
                <a:solidFill>
                  <a:srgbClr val="AFC4C6"/>
                </a:solidFill>
                <a:latin typeface="Arial"/>
                <a:ea typeface="Arial"/>
                <a:cs typeface="Arial"/>
              </a:rPr>
              <a:t>Satellite and population data for southeast Riyadh</a:t>
            </a:r>
          </a:p>
        </p:txBody>
      </p:sp>
      <p:sp>
        <p:nvSpPr>
          <p:cNvPr id="8" name="">
            <a:extLst xmlns:a="http://schemas.openxmlformats.org/drawingml/2006/main">
              <a:ext uri="{FF2B5EF4-FFF2-40B4-BE49-F238E27FC236}">
                <a16:creationId xmlns:a16="http://schemas.microsoft.com/office/drawing/2014/main" id="{FED15E1C-D445-4BE5-9ACB-E8DDADBB807E}"/>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835A82FE-7389-41E2-A1C1-04C503AB4775}"/>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vl1pPr algn="l">
              <a:buNone/>
              <a:defRPr sz="975" b="1">
                <a:solidFill>
                  <a:srgbClr val="E2AD2B"/>
                </a:solidFill>
                <a:latin typeface="Arial"/>
                <a:ea typeface="Arial"/>
                <a:cs typeface="Arial"/>
              </a:defRPr>
            </a:lvl1pPr>
            <a:lvl2pPr algn="l">
              <a:buNone/>
              <a:defRPr sz="975" b="1">
                <a:solidFill>
                  <a:srgbClr val="E2AD2B"/>
                </a:solidFill>
                <a:latin typeface="Arial"/>
                <a:ea typeface="Arial"/>
                <a:cs typeface="Arial"/>
              </a:defRPr>
            </a:lvl2pPr>
            <a:lvl3pPr algn="l">
              <a:buNone/>
              <a:defRPr sz="975" b="1">
                <a:solidFill>
                  <a:srgbClr val="E2AD2B"/>
                </a:solidFill>
                <a:latin typeface="Arial"/>
                <a:ea typeface="Arial"/>
                <a:cs typeface="Arial"/>
              </a:defRPr>
            </a:lvl3pPr>
            <a:lvl4pPr algn="l">
              <a:buNone/>
              <a:defRPr sz="975" b="1">
                <a:solidFill>
                  <a:srgbClr val="E2AD2B"/>
                </a:solidFill>
                <a:latin typeface="Arial"/>
                <a:ea typeface="Arial"/>
                <a:cs typeface="Arial"/>
              </a:defRPr>
            </a:lvl4pPr>
            <a:lvl5pPr algn="l">
              <a:buNone/>
              <a:defRPr sz="975" b="1">
                <a:solidFill>
                  <a:srgbClr val="E2AD2B"/>
                </a:solidFill>
                <a:latin typeface="Arial"/>
                <a:ea typeface="Arial"/>
                <a:cs typeface="Arial"/>
              </a:defRPr>
            </a:lvl5pPr>
            <a:lvl6pPr algn="l">
              <a:buNone/>
              <a:defRPr sz="975" b="1">
                <a:solidFill>
                  <a:srgbClr val="E2AD2B"/>
                </a:solidFill>
                <a:latin typeface="Arial"/>
                <a:ea typeface="Arial"/>
                <a:cs typeface="Arial"/>
              </a:defRPr>
            </a:lvl6pPr>
            <a:lvl7pPr algn="l">
              <a:buNone/>
              <a:defRPr sz="975" b="1">
                <a:solidFill>
                  <a:srgbClr val="E2AD2B"/>
                </a:solidFill>
                <a:latin typeface="Arial"/>
                <a:ea typeface="Arial"/>
                <a:cs typeface="Arial"/>
              </a:defRPr>
            </a:lvl7pPr>
            <a:lvl8pPr algn="l">
              <a:buNone/>
              <a:defRPr sz="975" b="1">
                <a:solidFill>
                  <a:srgbClr val="E2AD2B"/>
                </a:solidFill>
                <a:latin typeface="Arial"/>
                <a:ea typeface="Arial"/>
                <a:cs typeface="Arial"/>
              </a:defRPr>
            </a:lvl8pPr>
            <a:lvl9pPr algn="l">
              <a:buNone/>
              <a:defRPr sz="975" b="1">
                <a:solidFill>
                  <a:srgbClr val="E2AD2B"/>
                </a:solidFill>
                <a:latin typeface="Arial"/>
                <a:ea typeface="Arial"/>
                <a:cs typeface="Arial"/>
              </a:defRPr>
            </a:lvl9pPr>
          </a:lstStyle>
          <a:p xmlns:a="http://schemas.openxmlformats.org/drawingml/2006/main">
            <a:pPr algn="l">
              <a:buNone/>
              <a:defRPr sz="975" b="1">
                <a:solidFill>
                  <a:srgbClr val="E2AD2B"/>
                </a:solidFill>
                <a:latin typeface="Arial"/>
                <a:ea typeface="Arial"/>
                <a:cs typeface="Arial"/>
              </a:defRPr>
            </a:pPr>
            <a:r>
              <a:rPr sz="975" b="1">
                <a:solidFill>
                  <a:srgbClr val="E2AD2B"/>
                </a:solidFill>
                <a:latin typeface="Arial"/>
                <a:ea typeface="Arial"/>
                <a:cs typeface="Arial"/>
              </a:rPr>
              <a:t>WHAT IT GIVES</a:t>
            </a:r>
          </a:p>
        </p:txBody>
      </p:sp>
      <p:sp>
        <p:nvSpPr>
          <p:cNvPr id="10" name="">
            <a:extLst xmlns:a="http://schemas.openxmlformats.org/drawingml/2006/main">
              <a:ext uri="{FF2B5EF4-FFF2-40B4-BE49-F238E27FC236}">
                <a16:creationId xmlns:a16="http://schemas.microsoft.com/office/drawing/2014/main" id="{005F5143-D7C5-4E4C-A1C8-A4C7F82A0A40}"/>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vl1pPr algn="l">
              <a:buNone/>
              <a:defRPr sz="2175" b="1">
                <a:solidFill>
                  <a:srgbClr val="F3F6F2"/>
                </a:solidFill>
                <a:latin typeface="Arial"/>
                <a:ea typeface="Arial"/>
                <a:cs typeface="Arial"/>
              </a:defRPr>
            </a:lvl1pPr>
            <a:lvl2pPr algn="l">
              <a:buNone/>
              <a:defRPr sz="2175" b="1">
                <a:solidFill>
                  <a:srgbClr val="F3F6F2"/>
                </a:solidFill>
                <a:latin typeface="Arial"/>
                <a:ea typeface="Arial"/>
                <a:cs typeface="Arial"/>
              </a:defRPr>
            </a:lvl2pPr>
            <a:lvl3pPr algn="l">
              <a:buNone/>
              <a:defRPr sz="2175" b="1">
                <a:solidFill>
                  <a:srgbClr val="F3F6F2"/>
                </a:solidFill>
                <a:latin typeface="Arial"/>
                <a:ea typeface="Arial"/>
                <a:cs typeface="Arial"/>
              </a:defRPr>
            </a:lvl3pPr>
            <a:lvl4pPr algn="l">
              <a:buNone/>
              <a:defRPr sz="2175" b="1">
                <a:solidFill>
                  <a:srgbClr val="F3F6F2"/>
                </a:solidFill>
                <a:latin typeface="Arial"/>
                <a:ea typeface="Arial"/>
                <a:cs typeface="Arial"/>
              </a:defRPr>
            </a:lvl4pPr>
            <a:lvl5pPr algn="l">
              <a:buNone/>
              <a:defRPr sz="2175" b="1">
                <a:solidFill>
                  <a:srgbClr val="F3F6F2"/>
                </a:solidFill>
                <a:latin typeface="Arial"/>
                <a:ea typeface="Arial"/>
                <a:cs typeface="Arial"/>
              </a:defRPr>
            </a:lvl5pPr>
            <a:lvl6pPr algn="l">
              <a:buNone/>
              <a:defRPr sz="2175" b="1">
                <a:solidFill>
                  <a:srgbClr val="F3F6F2"/>
                </a:solidFill>
                <a:latin typeface="Arial"/>
                <a:ea typeface="Arial"/>
                <a:cs typeface="Arial"/>
              </a:defRPr>
            </a:lvl6pPr>
            <a:lvl7pPr algn="l">
              <a:buNone/>
              <a:defRPr sz="2175" b="1">
                <a:solidFill>
                  <a:srgbClr val="F3F6F2"/>
                </a:solidFill>
                <a:latin typeface="Arial"/>
                <a:ea typeface="Arial"/>
                <a:cs typeface="Arial"/>
              </a:defRPr>
            </a:lvl7pPr>
            <a:lvl8pPr algn="l">
              <a:buNone/>
              <a:defRPr sz="2175" b="1">
                <a:solidFill>
                  <a:srgbClr val="F3F6F2"/>
                </a:solidFill>
                <a:latin typeface="Arial"/>
                <a:ea typeface="Arial"/>
                <a:cs typeface="Arial"/>
              </a:defRPr>
            </a:lvl8pPr>
            <a:lvl9pPr algn="l">
              <a:buNone/>
              <a:defRPr sz="2175" b="1">
                <a:solidFill>
                  <a:srgbClr val="F3F6F2"/>
                </a:solidFill>
                <a:latin typeface="Arial"/>
                <a:ea typeface="Arial"/>
                <a:cs typeface="Arial"/>
              </a:defRPr>
            </a:lvl9pPr>
          </a:lstStyle>
          <a:p xmlns:a="http://schemas.openxmlformats.org/drawingml/2006/main">
            <a:pPr algn="l">
              <a:buNone/>
              <a:defRPr sz="2175" b="1">
                <a:solidFill>
                  <a:srgbClr val="F3F6F2"/>
                </a:solidFill>
                <a:latin typeface="Arial"/>
                <a:ea typeface="Arial"/>
                <a:cs typeface="Arial"/>
              </a:defRPr>
            </a:pPr>
            <a:r>
              <a:rPr sz="2175" b="1">
                <a:solidFill>
                  <a:srgbClr val="F3F6F2"/>
                </a:solidFill>
                <a:latin typeface="Arial"/>
                <a:ea typeface="Arial"/>
                <a:cs typeface="Arial"/>
              </a:rPr>
              <a:t>A ranked map of 1 km areas that may need an early site visit</a:t>
            </a:r>
          </a:p>
        </p:txBody>
      </p:sp>
      <p:sp>
        <p:nvSpPr>
          <p:cNvPr id="11" name="">
            <a:extLst xmlns:a="http://schemas.openxmlformats.org/drawingml/2006/main">
              <a:ext uri="{FF2B5EF4-FFF2-40B4-BE49-F238E27FC236}">
                <a16:creationId xmlns:a16="http://schemas.microsoft.com/office/drawing/2014/main" id="{0E26247C-152A-490B-8E0D-CBE8FCD4728C}"/>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39A1B093-C6E0-4A78-B987-A0BAF36988D7}"/>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vl1pPr algn="l">
              <a:buNone/>
              <a:defRPr sz="1050">
                <a:solidFill>
                  <a:srgbClr val="AFC4C6"/>
                </a:solidFill>
                <a:latin typeface="Arial"/>
                <a:ea typeface="Arial"/>
                <a:cs typeface="Arial"/>
              </a:defRPr>
            </a:lvl1pPr>
            <a:lvl2pPr algn="l">
              <a:buNone/>
              <a:defRPr sz="1050">
                <a:solidFill>
                  <a:srgbClr val="AFC4C6"/>
                </a:solidFill>
                <a:latin typeface="Arial"/>
                <a:ea typeface="Arial"/>
                <a:cs typeface="Arial"/>
              </a:defRPr>
            </a:lvl2pPr>
            <a:lvl3pPr algn="l">
              <a:buNone/>
              <a:defRPr sz="1050">
                <a:solidFill>
                  <a:srgbClr val="AFC4C6"/>
                </a:solidFill>
                <a:latin typeface="Arial"/>
                <a:ea typeface="Arial"/>
                <a:cs typeface="Arial"/>
              </a:defRPr>
            </a:lvl3pPr>
            <a:lvl4pPr algn="l">
              <a:buNone/>
              <a:defRPr sz="1050">
                <a:solidFill>
                  <a:srgbClr val="AFC4C6"/>
                </a:solidFill>
                <a:latin typeface="Arial"/>
                <a:ea typeface="Arial"/>
                <a:cs typeface="Arial"/>
              </a:defRPr>
            </a:lvl4pPr>
            <a:lvl5pPr algn="l">
              <a:buNone/>
              <a:defRPr sz="1050">
                <a:solidFill>
                  <a:srgbClr val="AFC4C6"/>
                </a:solidFill>
                <a:latin typeface="Arial"/>
                <a:ea typeface="Arial"/>
                <a:cs typeface="Arial"/>
              </a:defRPr>
            </a:lvl5pPr>
            <a:lvl6pPr algn="l">
              <a:buNone/>
              <a:defRPr sz="1050">
                <a:solidFill>
                  <a:srgbClr val="AFC4C6"/>
                </a:solidFill>
                <a:latin typeface="Arial"/>
                <a:ea typeface="Arial"/>
                <a:cs typeface="Arial"/>
              </a:defRPr>
            </a:lvl6pPr>
            <a:lvl7pPr algn="l">
              <a:buNone/>
              <a:defRPr sz="1050">
                <a:solidFill>
                  <a:srgbClr val="AFC4C6"/>
                </a:solidFill>
                <a:latin typeface="Arial"/>
                <a:ea typeface="Arial"/>
                <a:cs typeface="Arial"/>
              </a:defRPr>
            </a:lvl7pPr>
            <a:lvl8pPr algn="l">
              <a:buNone/>
              <a:defRPr sz="1050">
                <a:solidFill>
                  <a:srgbClr val="AFC4C6"/>
                </a:solidFill>
                <a:latin typeface="Arial"/>
                <a:ea typeface="Arial"/>
                <a:cs typeface="Arial"/>
              </a:defRPr>
            </a:lvl8pPr>
            <a:lvl9pPr algn="l">
              <a:buNone/>
              <a:defRPr sz="1050">
                <a:solidFill>
                  <a:srgbClr val="AFC4C6"/>
                </a:solidFill>
                <a:latin typeface="Arial"/>
                <a:ea typeface="Arial"/>
                <a:cs typeface="Arial"/>
              </a:defRPr>
            </a:lvl9pPr>
          </a:lstStyle>
          <a:p xmlns:a="http://schemas.openxmlformats.org/drawingml/2006/main">
            <a:pPr algn="l">
              <a:buNone/>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942299925"/>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38E49A-67C8-4F77-BAC0-CD0737FBC4E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38D1438E-32EF-4853-9459-7D42EFC2EF9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Our team</a:t>
            </a:r>
          </a:p>
        </p:txBody>
      </p:sp>
      <p:sp>
        <p:nvSpPr>
          <p:cNvPr id="3" name="">
            <a:extLst xmlns:a="http://schemas.openxmlformats.org/drawingml/2006/main">
              <a:ext uri="{FF2B5EF4-FFF2-40B4-BE49-F238E27FC236}">
                <a16:creationId xmlns:a16="http://schemas.microsoft.com/office/drawing/2014/main" id="{B03F42FD-2E26-485D-B97B-2E626E75379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34065C2-1B00-4849-BDFD-973CC19F5A1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AB26CB7B-F38B-44F6-A933-D1DBAEDF8173}"/>
              </a:ext>
            </a:extLst>
          </p:cNvPr>
          <p:cNvSpPr>
            <a:spLocks xmlns:a="http://schemas.openxmlformats.org/drawingml/2006/main" noGrp="1"/>
          </p:cNvSpPr>
          <p:nvPr/>
        </p:nvSpPr>
        <p:spPr>
          <a:xfrm xmlns:a="http://schemas.openxmlformats.org/drawingml/2006/main">
            <a:off x="6096000" y="1619250"/>
            <a:ext cx="9525" cy="39052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9D2D177-5CC1-40AA-ADC9-4454CA6C7E49}"/>
              </a:ext>
            </a:extLst>
          </p:cNvPr>
          <p:cNvSpPr>
            <a:spLocks xmlns:a="http://schemas.openxmlformats.org/drawingml/2006/main" noGrp="1"/>
          </p:cNvSpPr>
          <p:nvPr/>
        </p:nvSpPr>
        <p:spPr>
          <a:xfrm xmlns:a="http://schemas.openxmlformats.org/drawingml/2006/main">
            <a:off x="2952750" y="161925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BD44ED04-99DB-47DE-8723-50EBB17EE4F9}"/>
              </a:ext>
            </a:extLst>
          </p:cNvPr>
          <p:cNvSpPr>
            <a:spLocks xmlns:a="http://schemas.openxmlformats.org/drawingml/2006/main" noGrp="1"/>
          </p:cNvSpPr>
          <p:nvPr/>
        </p:nvSpPr>
        <p:spPr>
          <a:xfrm xmlns:a="http://schemas.openxmlformats.org/drawingml/2006/main">
            <a:off x="2952750" y="32575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425" b="1">
                <a:solidFill>
                  <a:srgbClr val="1AA58F"/>
                </a:solidFill>
                <a:latin typeface="Arial"/>
                <a:ea typeface="Arial"/>
                <a:cs typeface="Arial"/>
              </a:defRPr>
            </a:lvl1pPr>
            <a:lvl2pPr algn="l">
              <a:buNone/>
              <a:defRPr sz="1425" b="1">
                <a:solidFill>
                  <a:srgbClr val="1AA58F"/>
                </a:solidFill>
                <a:latin typeface="Arial"/>
                <a:ea typeface="Arial"/>
                <a:cs typeface="Arial"/>
              </a:defRPr>
            </a:lvl2pPr>
            <a:lvl3pPr algn="l">
              <a:buNone/>
              <a:defRPr sz="1425" b="1">
                <a:solidFill>
                  <a:srgbClr val="1AA58F"/>
                </a:solidFill>
                <a:latin typeface="Arial"/>
                <a:ea typeface="Arial"/>
                <a:cs typeface="Arial"/>
              </a:defRPr>
            </a:lvl3pPr>
            <a:lvl4pPr algn="l">
              <a:buNone/>
              <a:defRPr sz="1425" b="1">
                <a:solidFill>
                  <a:srgbClr val="1AA58F"/>
                </a:solidFill>
                <a:latin typeface="Arial"/>
                <a:ea typeface="Arial"/>
                <a:cs typeface="Arial"/>
              </a:defRPr>
            </a:lvl4pPr>
            <a:lvl5pPr algn="l">
              <a:buNone/>
              <a:defRPr sz="1425" b="1">
                <a:solidFill>
                  <a:srgbClr val="1AA58F"/>
                </a:solidFill>
                <a:latin typeface="Arial"/>
                <a:ea typeface="Arial"/>
                <a:cs typeface="Arial"/>
              </a:defRPr>
            </a:lvl5pPr>
            <a:lvl6pPr algn="l">
              <a:buNone/>
              <a:defRPr sz="1425" b="1">
                <a:solidFill>
                  <a:srgbClr val="1AA58F"/>
                </a:solidFill>
                <a:latin typeface="Arial"/>
                <a:ea typeface="Arial"/>
                <a:cs typeface="Arial"/>
              </a:defRPr>
            </a:lvl6pPr>
            <a:lvl7pPr algn="l">
              <a:buNone/>
              <a:defRPr sz="1425" b="1">
                <a:solidFill>
                  <a:srgbClr val="1AA58F"/>
                </a:solidFill>
                <a:latin typeface="Arial"/>
                <a:ea typeface="Arial"/>
                <a:cs typeface="Arial"/>
              </a:defRPr>
            </a:lvl7pPr>
            <a:lvl8pPr algn="l">
              <a:buNone/>
              <a:defRPr sz="1425" b="1">
                <a:solidFill>
                  <a:srgbClr val="1AA58F"/>
                </a:solidFill>
                <a:latin typeface="Arial"/>
                <a:ea typeface="Arial"/>
                <a:cs typeface="Arial"/>
              </a:defRPr>
            </a:lvl8pPr>
            <a:lvl9pPr algn="l">
              <a:buNone/>
              <a:defRPr sz="1425"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Project lead and demo</a:t>
            </a:r>
          </a:p>
        </p:txBody>
      </p:sp>
      <p:sp>
        <p:nvSpPr>
          <p:cNvPr id="8" name="">
            <a:extLst xmlns:a="http://schemas.openxmlformats.org/drawingml/2006/main">
              <a:ext uri="{FF2B5EF4-FFF2-40B4-BE49-F238E27FC236}">
                <a16:creationId xmlns:a16="http://schemas.microsoft.com/office/drawing/2014/main" id="{A877565B-1527-4208-86E0-827C02D2C476}"/>
              </a:ext>
            </a:extLst>
          </p:cNvPr>
          <p:cNvSpPr>
            <a:spLocks xmlns:a="http://schemas.openxmlformats.org/drawingml/2006/main" noGrp="1"/>
          </p:cNvSpPr>
          <p:nvPr/>
        </p:nvSpPr>
        <p:spPr>
          <a:xfrm xmlns:a="http://schemas.openxmlformats.org/drawingml/2006/main">
            <a:off x="2952750" y="21336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Early-career AI and cloud developer based in the UAE, with a background in game development and business studies in Canada.</a:t>
            </a:r>
          </a:p>
        </p:txBody>
      </p:sp>
      <p:sp>
        <p:nvSpPr>
          <p:cNvPr id="9" name="">
            <a:extLst xmlns:a="http://schemas.openxmlformats.org/drawingml/2006/main">
              <a:ext uri="{FF2B5EF4-FFF2-40B4-BE49-F238E27FC236}">
                <a16:creationId xmlns:a16="http://schemas.microsoft.com/office/drawing/2014/main" id="{AEECAE60-F9BB-4EB1-B485-2DA9F098602A}"/>
              </a:ext>
            </a:extLst>
          </p:cNvPr>
          <p:cNvSpPr>
            <a:spLocks xmlns:a="http://schemas.openxmlformats.org/drawingml/2006/main" noGrp="1"/>
          </p:cNvSpPr>
          <p:nvPr/>
        </p:nvSpPr>
        <p:spPr>
          <a:xfrm xmlns:a="http://schemas.openxmlformats.org/drawingml/2006/main">
            <a:off x="8953500" y="1619250"/>
            <a:ext cx="2647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Raed Mardoum</a:t>
            </a:r>
          </a:p>
        </p:txBody>
      </p:sp>
      <p:sp>
        <p:nvSpPr>
          <p:cNvPr id="10" name="">
            <a:extLst xmlns:a="http://schemas.openxmlformats.org/drawingml/2006/main">
              <a:ext uri="{FF2B5EF4-FFF2-40B4-BE49-F238E27FC236}">
                <a16:creationId xmlns:a16="http://schemas.microsoft.com/office/drawing/2014/main" id="{A3AB6684-22A0-47BD-80BD-D282C0C1280C}"/>
              </a:ext>
            </a:extLst>
          </p:cNvPr>
          <p:cNvSpPr>
            <a:spLocks xmlns:a="http://schemas.openxmlformats.org/drawingml/2006/main" noGrp="1"/>
          </p:cNvSpPr>
          <p:nvPr/>
        </p:nvSpPr>
        <p:spPr>
          <a:xfrm xmlns:a="http://schemas.openxmlformats.org/drawingml/2006/main">
            <a:off x="8953500" y="32575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425" b="1">
                <a:solidFill>
                  <a:srgbClr val="6D5DD3"/>
                </a:solidFill>
                <a:latin typeface="Arial"/>
                <a:ea typeface="Arial"/>
                <a:cs typeface="Arial"/>
              </a:defRPr>
            </a:lvl1pPr>
            <a:lvl2pPr algn="l">
              <a:buNone/>
              <a:defRPr sz="1425" b="1">
                <a:solidFill>
                  <a:srgbClr val="6D5DD3"/>
                </a:solidFill>
                <a:latin typeface="Arial"/>
                <a:ea typeface="Arial"/>
                <a:cs typeface="Arial"/>
              </a:defRPr>
            </a:lvl2pPr>
            <a:lvl3pPr algn="l">
              <a:buNone/>
              <a:defRPr sz="1425" b="1">
                <a:solidFill>
                  <a:srgbClr val="6D5DD3"/>
                </a:solidFill>
                <a:latin typeface="Arial"/>
                <a:ea typeface="Arial"/>
                <a:cs typeface="Arial"/>
              </a:defRPr>
            </a:lvl3pPr>
            <a:lvl4pPr algn="l">
              <a:buNone/>
              <a:defRPr sz="1425" b="1">
                <a:solidFill>
                  <a:srgbClr val="6D5DD3"/>
                </a:solidFill>
                <a:latin typeface="Arial"/>
                <a:ea typeface="Arial"/>
                <a:cs typeface="Arial"/>
              </a:defRPr>
            </a:lvl4pPr>
            <a:lvl5pPr algn="l">
              <a:buNone/>
              <a:defRPr sz="1425" b="1">
                <a:solidFill>
                  <a:srgbClr val="6D5DD3"/>
                </a:solidFill>
                <a:latin typeface="Arial"/>
                <a:ea typeface="Arial"/>
                <a:cs typeface="Arial"/>
              </a:defRPr>
            </a:lvl5pPr>
            <a:lvl6pPr algn="l">
              <a:buNone/>
              <a:defRPr sz="1425" b="1">
                <a:solidFill>
                  <a:srgbClr val="6D5DD3"/>
                </a:solidFill>
                <a:latin typeface="Arial"/>
                <a:ea typeface="Arial"/>
                <a:cs typeface="Arial"/>
              </a:defRPr>
            </a:lvl6pPr>
            <a:lvl7pPr algn="l">
              <a:buNone/>
              <a:defRPr sz="1425" b="1">
                <a:solidFill>
                  <a:srgbClr val="6D5DD3"/>
                </a:solidFill>
                <a:latin typeface="Arial"/>
                <a:ea typeface="Arial"/>
                <a:cs typeface="Arial"/>
              </a:defRPr>
            </a:lvl7pPr>
            <a:lvl8pPr algn="l">
              <a:buNone/>
              <a:defRPr sz="1425" b="1">
                <a:solidFill>
                  <a:srgbClr val="6D5DD3"/>
                </a:solidFill>
                <a:latin typeface="Arial"/>
                <a:ea typeface="Arial"/>
                <a:cs typeface="Arial"/>
              </a:defRPr>
            </a:lvl8pPr>
            <a:lvl9pPr algn="l">
              <a:buNone/>
              <a:defRPr sz="1425"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Validation and city test</a:t>
            </a:r>
          </a:p>
        </p:txBody>
      </p:sp>
      <p:sp>
        <p:nvSpPr>
          <p:cNvPr id="11" name="">
            <a:extLst xmlns:a="http://schemas.openxmlformats.org/drawingml/2006/main">
              <a:ext uri="{FF2B5EF4-FFF2-40B4-BE49-F238E27FC236}">
                <a16:creationId xmlns:a16="http://schemas.microsoft.com/office/drawing/2014/main" id="{4D2741A6-1116-4D00-A049-DD7231AF0416}"/>
              </a:ext>
            </a:extLst>
          </p:cNvPr>
          <p:cNvSpPr>
            <a:spLocks xmlns:a="http://schemas.openxmlformats.org/drawingml/2006/main" noGrp="1"/>
          </p:cNvSpPr>
          <p:nvPr/>
        </p:nvSpPr>
        <p:spPr>
          <a:xfrm xmlns:a="http://schemas.openxmlformats.org/drawingml/2006/main">
            <a:off x="8953500" y="2133600"/>
            <a:ext cx="26479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Team member focused on checking the evidence, limits and practical use of the project.</a:t>
            </a:r>
          </a:p>
        </p:txBody>
      </p:sp>
      <p:pic>
        <p:nvPicPr>
          <p:cNvPr id="13" name="">
            <a:extLst xmlns:a="http://schemas.openxmlformats.org/drawingml/2006/main">
              <a:ext uri="{FF2B5EF4-FFF2-40B4-BE49-F238E27FC236}">
                <a16:creationId xmlns:a16="http://schemas.microsoft.com/office/drawing/2014/main" id="{448EBDB0-1D5D-4ED3-9D13-C50266A90789}"/>
              </a:ext>
            </a:extLst>
          </p:cNvPr>
          <p:cNvPicPr>
            <a:picLocks xmlns:a="http://schemas.openxmlformats.org/drawingml/2006/main" noChangeAspect="1"/>
          </p:cNvPicPr>
          <p:nvPr/>
        </p:nvPicPr>
        <p:blipFill>
          <a:blip xmlns:r="http://schemas.openxmlformats.org/officeDocument/2006/relationships" xmlns:a="http://schemas.openxmlformats.org/drawingml/2006/main" r:embed="Rf402324e2eeb4f12"/>
          <a:srcRect xmlns:a="http://schemas.openxmlformats.org/drawingml/2006/main" l="0" t="0" r="0" b="0"/>
          <a:stretch xmlns:a="http://schemas.openxmlformats.org/drawingml/2006/main"/>
        </p:blipFill>
        <p:spPr>
          <a:xfrm xmlns:a="http://schemas.openxmlformats.org/drawingml/2006/main">
            <a:off x="628650" y="1562100"/>
            <a:ext cx="2095500" cy="32385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7FE6DD98-BD53-4328-AC02-0DB99B483DF6}"/>
              </a:ext>
            </a:extLst>
          </p:cNvPr>
          <p:cNvPicPr>
            <a:picLocks xmlns:a="http://schemas.openxmlformats.org/drawingml/2006/main" noChangeAspect="1"/>
          </p:cNvPicPr>
          <p:nvPr/>
        </p:nvPicPr>
        <p:blipFill>
          <a:blip xmlns:r="http://schemas.openxmlformats.org/officeDocument/2006/relationships" xmlns:a="http://schemas.openxmlformats.org/drawingml/2006/main" r:embed="R4b8415f924954fb8"/>
          <a:srcRect xmlns:a="http://schemas.openxmlformats.org/drawingml/2006/main" l="0" t="0" r="0" b="0"/>
          <a:stretch xmlns:a="http://schemas.openxmlformats.org/drawingml/2006/main"/>
        </p:blipFill>
        <p:spPr>
          <a:xfrm xmlns:a="http://schemas.openxmlformats.org/drawingml/2006/main">
            <a:off x="6296025" y="1562100"/>
            <a:ext cx="2428875" cy="3238500"/>
          </a:xfrm>
          <a:prstGeom xmlns:a="http://schemas.openxmlformats.org/drawingml/2006/main" prst="rect">
            <a:avLst/>
          </a:prstGeom>
        </p:spPr>
      </p:pic>
      <p:sp>
        <p:nvSpPr>
          <p:cNvPr id="15" name="Yusuf project role detail">
            <a:extLst xmlns:a="http://schemas.openxmlformats.org/drawingml/2006/main">
              <a:ext uri="{FF2B5EF4-FFF2-40B4-BE49-F238E27FC236}">
                <a16:creationId xmlns:a16="http://schemas.microsoft.com/office/drawing/2014/main" id="{EFAA5213-F085-406B-9903-50A16D27B989}"/>
              </a:ext>
            </a:extLst>
          </p:cNvPr>
          <p:cNvSpPr>
            <a:spLocks xmlns:a="http://schemas.openxmlformats.org/drawingml/2006/main" noGrp="1"/>
          </p:cNvSpPr>
          <p:nvPr/>
        </p:nvSpPr>
        <p:spPr>
          <a:xfrm xmlns:a="http://schemas.openxmlformats.org/drawingml/2006/main">
            <a:off x="2952750" y="3667125"/>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Explains the problem, data and result. Runs the live demonstration.</a:t>
            </a:r>
          </a:p>
        </p:txBody>
      </p:sp>
      <p:sp>
        <p:nvSpPr>
          <p:cNvPr id="16" name="Raed project role detail">
            <a:extLst xmlns:a="http://schemas.openxmlformats.org/drawingml/2006/main">
              <a:ext uri="{FF2B5EF4-FFF2-40B4-BE49-F238E27FC236}">
                <a16:creationId xmlns:a16="http://schemas.microsoft.com/office/drawing/2014/main" id="{32A9EB93-9130-4333-AF92-2ADB3A85FBEE}"/>
              </a:ext>
            </a:extLst>
          </p:cNvPr>
          <p:cNvSpPr>
            <a:spLocks xmlns:a="http://schemas.openxmlformats.org/drawingml/2006/main" noGrp="1"/>
          </p:cNvSpPr>
          <p:nvPr/>
        </p:nvSpPr>
        <p:spPr>
          <a:xfrm xmlns:a="http://schemas.openxmlformats.org/drawingml/2006/main">
            <a:off x="8953500" y="3667125"/>
            <a:ext cx="2647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Explains the validation results and how planners could test the idea.</a:t>
            </a:r>
          </a:p>
        </p:txBody>
      </p:sp>
    </p:spTree>
    <p:extLst>
      <p:ext uri="{BB962C8B-B14F-4D97-AF65-F5344CB8AC3E}">
        <p14:creationId xmlns:p14="http://schemas.microsoft.com/office/powerpoint/2010/main" val="1267529942"/>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417949-2C3A-4A32-8FFC-CEB33A5B40E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PROBLEM AND ANSWER</a:t>
            </a:r>
          </a:p>
        </p:txBody>
      </p:sp>
      <p:sp>
        <p:nvSpPr>
          <p:cNvPr id="2" name="">
            <a:extLst xmlns:a="http://schemas.openxmlformats.org/drawingml/2006/main">
              <a:ext uri="{FF2B5EF4-FFF2-40B4-BE49-F238E27FC236}">
                <a16:creationId xmlns:a16="http://schemas.microsoft.com/office/drawing/2014/main" id="{01C6B8B0-8C87-487D-A3BA-B615E42DDDD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problem and our answer</a:t>
            </a:r>
          </a:p>
        </p:txBody>
      </p:sp>
      <p:sp>
        <p:nvSpPr>
          <p:cNvPr id="3" name="">
            <a:extLst xmlns:a="http://schemas.openxmlformats.org/drawingml/2006/main">
              <a:ext uri="{FF2B5EF4-FFF2-40B4-BE49-F238E27FC236}">
                <a16:creationId xmlns:a16="http://schemas.microsoft.com/office/drawing/2014/main" id="{BBE6BBFF-9730-4A01-AFC5-04C4272954C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A095067-093E-4F26-BC19-0975BE934DE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EA285DC4-CDB0-4971-B10E-6FC6D45E0605}"/>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03048FD-EAAA-484E-AE58-64D3DFEF6370}"/>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168.3 km²</a:t>
            </a:r>
          </a:p>
        </p:txBody>
      </p:sp>
      <p:sp>
        <p:nvSpPr>
          <p:cNvPr id="7" name="">
            <a:extLst xmlns:a="http://schemas.openxmlformats.org/drawingml/2006/main">
              <a:ext uri="{FF2B5EF4-FFF2-40B4-BE49-F238E27FC236}">
                <a16:creationId xmlns:a16="http://schemas.microsoft.com/office/drawing/2014/main" id="{1A7FA4CF-B5D6-4EA6-8C36-5D6942D012AD}"/>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AREA WE STUDIED</a:t>
            </a:r>
          </a:p>
        </p:txBody>
      </p:sp>
      <p:sp>
        <p:nvSpPr>
          <p:cNvPr id="8" name="">
            <a:extLst xmlns:a="http://schemas.openxmlformats.org/drawingml/2006/main">
              <a:ext uri="{FF2B5EF4-FFF2-40B4-BE49-F238E27FC236}">
                <a16:creationId xmlns:a16="http://schemas.microsoft.com/office/drawing/2014/main" id="{371A335C-D70F-416C-8413-7BCC005014B0}"/>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6F6CC25-C8E7-4E5D-8E91-62B512C5E166}"/>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16A64CB7-1ED7-4426-80C2-0125644C62DB}"/>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SIZE OF EACH CELL</a:t>
            </a:r>
          </a:p>
        </p:txBody>
      </p:sp>
      <p:sp>
        <p:nvSpPr>
          <p:cNvPr id="11" name="">
            <a:extLst xmlns:a="http://schemas.openxmlformats.org/drawingml/2006/main">
              <a:ext uri="{FF2B5EF4-FFF2-40B4-BE49-F238E27FC236}">
                <a16:creationId xmlns:a16="http://schemas.microsoft.com/office/drawing/2014/main" id="{CD3E5A9C-32F4-4428-9BBE-2A87595F6BCB}"/>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C8513FE-73BB-49A0-9C84-D97CB817F6DE}"/>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Planners</a:t>
            </a:r>
          </a:p>
        </p:txBody>
      </p:sp>
      <p:sp>
        <p:nvSpPr>
          <p:cNvPr id="13" name="">
            <a:extLst xmlns:a="http://schemas.openxmlformats.org/drawingml/2006/main">
              <a:ext uri="{FF2B5EF4-FFF2-40B4-BE49-F238E27FC236}">
                <a16:creationId xmlns:a16="http://schemas.microsoft.com/office/drawing/2014/main" id="{EE6FA0F3-51AB-4E2D-ABEC-5FEBC2871B92}"/>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WHO THIS IS FOR</a:t>
            </a:r>
          </a:p>
        </p:txBody>
      </p:sp>
      <p:sp>
        <p:nvSpPr>
          <p:cNvPr id="14" name="">
            <a:extLst xmlns:a="http://schemas.openxmlformats.org/drawingml/2006/main">
              <a:ext uri="{FF2B5EF4-FFF2-40B4-BE49-F238E27FC236}">
                <a16:creationId xmlns:a16="http://schemas.microsoft.com/office/drawing/2014/main" id="{6F0BECCA-6710-4FF2-B220-545BDB36567F}"/>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1A1F4A58-5CBC-4C7C-A949-34FDD4834CC2}"/>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Inspect first</a:t>
            </a:r>
          </a:p>
        </p:txBody>
      </p:sp>
      <p:sp>
        <p:nvSpPr>
          <p:cNvPr id="16" name="">
            <a:extLst xmlns:a="http://schemas.openxmlformats.org/drawingml/2006/main">
              <a:ext uri="{FF2B5EF4-FFF2-40B4-BE49-F238E27FC236}">
                <a16:creationId xmlns:a16="http://schemas.microsoft.com/office/drawing/2014/main" id="{58077EF7-4D4D-424F-938C-641B66B2D4BB}"/>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WHAT THE TOOL SHOWS</a:t>
            </a:r>
          </a:p>
        </p:txBody>
      </p:sp>
      <p:sp>
        <p:nvSpPr>
          <p:cNvPr id="17" name="">
            <a:extLst xmlns:a="http://schemas.openxmlformats.org/drawingml/2006/main">
              <a:ext uri="{FF2B5EF4-FFF2-40B4-BE49-F238E27FC236}">
                <a16:creationId xmlns:a16="http://schemas.microsoft.com/office/drawing/2014/main" id="{C319642C-F1EF-4C95-83D6-29718AD9E391}"/>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8F03271-9A91-47CE-BF03-7563D4E38AB2}"/>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1FFAECC6-867F-474F-9FC6-179FD63B97ED}"/>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Planners may need to compare separate maps for growth, heat, population and vegetation before choosing where to visit.</a:t>
            </a:r>
          </a:p>
        </p:txBody>
      </p:sp>
      <p:sp>
        <p:nvSpPr>
          <p:cNvPr id="20" name="">
            <a:extLst xmlns:a="http://schemas.openxmlformats.org/drawingml/2006/main">
              <a:ext uri="{FF2B5EF4-FFF2-40B4-BE49-F238E27FC236}">
                <a16:creationId xmlns:a16="http://schemas.microsoft.com/office/drawing/2014/main" id="{4C2D463A-24CF-441C-9EF0-4192F1D7C08C}"/>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8E8E1C0A-365E-46EE-90E6-A8B2BECA54B9}"/>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OUR IDEA</a:t>
            </a:r>
          </a:p>
        </p:txBody>
      </p:sp>
      <p:sp>
        <p:nvSpPr>
          <p:cNvPr id="22" name="">
            <a:extLst xmlns:a="http://schemas.openxmlformats.org/drawingml/2006/main">
              <a:ext uri="{FF2B5EF4-FFF2-40B4-BE49-F238E27FC236}">
                <a16:creationId xmlns:a16="http://schemas.microsoft.com/office/drawing/2014/main" id="{5B597C61-6804-46B5-9315-26656345FF4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HeatReady combines those maps and ranks 1 km areas. It gives planners a place to start, not a final decision.</a:t>
            </a:r>
          </a:p>
        </p:txBody>
      </p:sp>
    </p:spTree>
    <p:extLst>
      <p:ext uri="{BB962C8B-B14F-4D97-AF65-F5344CB8AC3E}">
        <p14:creationId xmlns:p14="http://schemas.microsoft.com/office/powerpoint/2010/main" val="134767712"/>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1BC564-D456-45E5-B417-233B6695878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THE ANSWER</a:t>
            </a:r>
          </a:p>
        </p:txBody>
      </p:sp>
      <p:sp>
        <p:nvSpPr>
          <p:cNvPr id="2" name="">
            <a:extLst xmlns:a="http://schemas.openxmlformats.org/drawingml/2006/main">
              <a:ext uri="{FF2B5EF4-FFF2-40B4-BE49-F238E27FC236}">
                <a16:creationId xmlns:a16="http://schemas.microsoft.com/office/drawing/2014/main" id="{655F0DAC-8995-4304-BA1A-45499A563066}"/>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Where planners should inspect first</a:t>
            </a:r>
          </a:p>
        </p:txBody>
      </p:sp>
      <p:sp>
        <p:nvSpPr>
          <p:cNvPr id="3" name="">
            <a:extLst xmlns:a="http://schemas.openxmlformats.org/drawingml/2006/main">
              <a:ext uri="{FF2B5EF4-FFF2-40B4-BE49-F238E27FC236}">
                <a16:creationId xmlns:a16="http://schemas.microsoft.com/office/drawing/2014/main" id="{3F99823B-A178-49D0-AB9E-03F34CEB12E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1513DDA-5390-43EE-A9C5-D0CC1C0306E4}"/>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7A291A18-51C6-4CB2-ABB7-732F3D8EE468}"/>
              </a:ext>
            </a:extLst>
          </p:cNvPr>
          <p:cNvPicPr>
            <a:picLocks xmlns:a="http://schemas.openxmlformats.org/drawingml/2006/main" noChangeAspect="1"/>
          </p:cNvPicPr>
          <p:nvPr/>
        </p:nvPicPr>
        <p:blipFill>
          <a:blip xmlns:r="http://schemas.openxmlformats.org/officeDocument/2006/relationships" xmlns:a="http://schemas.openxmlformats.org/drawingml/2006/main" r:embed="R9f0d4d4f3ef94d42"/>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BDCB6017-7828-4B48-8FA4-ED0E850AA71A}"/>
              </a:ext>
            </a:extLst>
          </p:cNvPr>
          <p:cNvPicPr>
            <a:picLocks xmlns:a="http://schemas.openxmlformats.org/drawingml/2006/main" noChangeAspect="1"/>
          </p:cNvPicPr>
          <p:nvPr/>
        </p:nvPicPr>
        <p:blipFill>
          <a:blip xmlns:r="http://schemas.openxmlformats.org/officeDocument/2006/relationships" xmlns:a="http://schemas.openxmlformats.org/drawingml/2006/main" r:embed="R896862a12469415f"/>
          <a:stretch xmlns:a="http://schemas.openxmlformats.org/drawingml/2006/main"/>
        </p:blipFill>
        <p:spPr>
          <a:xfrm xmlns:a="http://schemas.openxmlformats.org/drawingml/2006/main">
            <a:off x="6229350" y="1562100"/>
            <a:ext cx="5372100"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6FC8F549-06B3-4D08-9283-E16B04AE8E9E}"/>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5516A5D2-F89B-4164-8458-2FF063A88C01}"/>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4C0D6811-D0C8-469C-BBC9-2F82C960E012}"/>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990345E1-7C8B-4EFE-AF83-327FF9AC9BBF}"/>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AA0ABDC6-2CEE-43AD-A977-13841824ABC3}"/>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72C8A53F-5DBE-4A27-B5C6-A497DC8645CF}"/>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635F133B-7BD6-4CBD-B896-EC41868A0529}"/>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5278050-63B0-42DF-81A6-AA4D8858BCF2}"/>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748DF7EE-4F01-44D7-BA6F-2FA308BA17EF}"/>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5EAE414E-EE46-43ED-A2F5-8EFAB06D0621}"/>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F52CE2C4-71B3-4124-843B-6D8A96995B56}"/>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The same result is available as a map, a table and GIS files.</a:t>
            </a:r>
          </a:p>
        </p:txBody>
      </p:sp>
    </p:spTree>
    <p:extLst>
      <p:ext uri="{BB962C8B-B14F-4D97-AF65-F5344CB8AC3E}">
        <p14:creationId xmlns:p14="http://schemas.microsoft.com/office/powerpoint/2010/main" val="1869661710"/>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042D8F9-7FF3-478F-8B5B-9E7A383D390D}"/>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72E7C2D2-7E2F-477E-A4E4-7E40D4A8DC8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data behind the answer</a:t>
            </a:r>
          </a:p>
        </p:txBody>
      </p:sp>
      <p:sp>
        <p:nvSpPr>
          <p:cNvPr id="3" name="">
            <a:extLst xmlns:a="http://schemas.openxmlformats.org/drawingml/2006/main">
              <a:ext uri="{FF2B5EF4-FFF2-40B4-BE49-F238E27FC236}">
                <a16:creationId xmlns:a16="http://schemas.microsoft.com/office/drawing/2014/main" id="{14ABABF5-20FA-43DD-AA9B-A35A62F664C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02BECAC-DB57-4799-B76A-F72B77D5F89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3EE68BA7-4A71-4465-86AB-BE31D31B7C6B}"/>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338A2FD0-C617-4CEF-A6BC-ADC3449965ED}"/>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FD67BC-FE4B-460C-8732-93376B0589F4}"/>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350" b="1">
                <a:solidFill>
                  <a:srgbClr val="1AA58F"/>
                </a:solidFill>
                <a:latin typeface="Arial"/>
                <a:ea typeface="Arial"/>
                <a:cs typeface="Arial"/>
              </a:defRPr>
            </a:lvl1pPr>
            <a:lvl2pPr algn="l">
              <a:buNone/>
              <a:defRPr sz="1350" b="1">
                <a:solidFill>
                  <a:srgbClr val="1AA58F"/>
                </a:solidFill>
                <a:latin typeface="Arial"/>
                <a:ea typeface="Arial"/>
                <a:cs typeface="Arial"/>
              </a:defRPr>
            </a:lvl2pPr>
            <a:lvl3pPr algn="l">
              <a:buNone/>
              <a:defRPr sz="1350" b="1">
                <a:solidFill>
                  <a:srgbClr val="1AA58F"/>
                </a:solidFill>
                <a:latin typeface="Arial"/>
                <a:ea typeface="Arial"/>
                <a:cs typeface="Arial"/>
              </a:defRPr>
            </a:lvl3pPr>
            <a:lvl4pPr algn="l">
              <a:buNone/>
              <a:defRPr sz="1350" b="1">
                <a:solidFill>
                  <a:srgbClr val="1AA58F"/>
                </a:solidFill>
                <a:latin typeface="Arial"/>
                <a:ea typeface="Arial"/>
                <a:cs typeface="Arial"/>
              </a:defRPr>
            </a:lvl4pPr>
            <a:lvl5pPr algn="l">
              <a:buNone/>
              <a:defRPr sz="1350" b="1">
                <a:solidFill>
                  <a:srgbClr val="1AA58F"/>
                </a:solidFill>
                <a:latin typeface="Arial"/>
                <a:ea typeface="Arial"/>
                <a:cs typeface="Arial"/>
              </a:defRPr>
            </a:lvl5pPr>
            <a:lvl6pPr algn="l">
              <a:buNone/>
              <a:defRPr sz="1350" b="1">
                <a:solidFill>
                  <a:srgbClr val="1AA58F"/>
                </a:solidFill>
                <a:latin typeface="Arial"/>
                <a:ea typeface="Arial"/>
                <a:cs typeface="Arial"/>
              </a:defRPr>
            </a:lvl6pPr>
            <a:lvl7pPr algn="l">
              <a:buNone/>
              <a:defRPr sz="1350" b="1">
                <a:solidFill>
                  <a:srgbClr val="1AA58F"/>
                </a:solidFill>
                <a:latin typeface="Arial"/>
                <a:ea typeface="Arial"/>
                <a:cs typeface="Arial"/>
              </a:defRPr>
            </a:lvl7pPr>
            <a:lvl8pPr algn="l">
              <a:buNone/>
              <a:defRPr sz="1350" b="1">
                <a:solidFill>
                  <a:srgbClr val="1AA58F"/>
                </a:solidFill>
                <a:latin typeface="Arial"/>
                <a:ea typeface="Arial"/>
                <a:cs typeface="Arial"/>
              </a:defRPr>
            </a:lvl8pPr>
            <a:lvl9pPr algn="l">
              <a:buNone/>
              <a:defRPr sz="1350"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3BD83C39-F229-44EF-8609-BC01060994B7}"/>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Shows vegetation and surface colour</a:t>
            </a:r>
          </a:p>
        </p:txBody>
      </p:sp>
      <p:sp>
        <p:nvSpPr>
          <p:cNvPr id="9" name="">
            <a:extLst xmlns:a="http://schemas.openxmlformats.org/drawingml/2006/main">
              <a:ext uri="{FF2B5EF4-FFF2-40B4-BE49-F238E27FC236}">
                <a16:creationId xmlns:a16="http://schemas.microsoft.com/office/drawing/2014/main" id="{0BEBEFC4-F6F0-4978-8B61-7F9D1E5A02B2}"/>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F55871AF-F15D-4C8D-B50A-F4D7ED5A6D61}"/>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B64E1F-86E9-488B-BB21-516557E30C95}"/>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vl1pPr algn="l">
              <a:buNone/>
              <a:defRPr sz="1350" b="1">
                <a:solidFill>
                  <a:srgbClr val="3183B8"/>
                </a:solidFill>
                <a:latin typeface="Arial"/>
                <a:ea typeface="Arial"/>
                <a:cs typeface="Arial"/>
              </a:defRPr>
            </a:lvl1pPr>
            <a:lvl2pPr algn="l">
              <a:buNone/>
              <a:defRPr sz="1350" b="1">
                <a:solidFill>
                  <a:srgbClr val="3183B8"/>
                </a:solidFill>
                <a:latin typeface="Arial"/>
                <a:ea typeface="Arial"/>
                <a:cs typeface="Arial"/>
              </a:defRPr>
            </a:lvl2pPr>
            <a:lvl3pPr algn="l">
              <a:buNone/>
              <a:defRPr sz="1350" b="1">
                <a:solidFill>
                  <a:srgbClr val="3183B8"/>
                </a:solidFill>
                <a:latin typeface="Arial"/>
                <a:ea typeface="Arial"/>
                <a:cs typeface="Arial"/>
              </a:defRPr>
            </a:lvl3pPr>
            <a:lvl4pPr algn="l">
              <a:buNone/>
              <a:defRPr sz="1350" b="1">
                <a:solidFill>
                  <a:srgbClr val="3183B8"/>
                </a:solidFill>
                <a:latin typeface="Arial"/>
                <a:ea typeface="Arial"/>
                <a:cs typeface="Arial"/>
              </a:defRPr>
            </a:lvl4pPr>
            <a:lvl5pPr algn="l">
              <a:buNone/>
              <a:defRPr sz="1350" b="1">
                <a:solidFill>
                  <a:srgbClr val="3183B8"/>
                </a:solidFill>
                <a:latin typeface="Arial"/>
                <a:ea typeface="Arial"/>
                <a:cs typeface="Arial"/>
              </a:defRPr>
            </a:lvl5pPr>
            <a:lvl6pPr algn="l">
              <a:buNone/>
              <a:defRPr sz="1350" b="1">
                <a:solidFill>
                  <a:srgbClr val="3183B8"/>
                </a:solidFill>
                <a:latin typeface="Arial"/>
                <a:ea typeface="Arial"/>
                <a:cs typeface="Arial"/>
              </a:defRPr>
            </a:lvl6pPr>
            <a:lvl7pPr algn="l">
              <a:buNone/>
              <a:defRPr sz="1350" b="1">
                <a:solidFill>
                  <a:srgbClr val="3183B8"/>
                </a:solidFill>
                <a:latin typeface="Arial"/>
                <a:ea typeface="Arial"/>
                <a:cs typeface="Arial"/>
              </a:defRPr>
            </a:lvl7pPr>
            <a:lvl8pPr algn="l">
              <a:buNone/>
              <a:defRPr sz="1350" b="1">
                <a:solidFill>
                  <a:srgbClr val="3183B8"/>
                </a:solidFill>
                <a:latin typeface="Arial"/>
                <a:ea typeface="Arial"/>
                <a:cs typeface="Arial"/>
              </a:defRPr>
            </a:lvl8pPr>
            <a:lvl9pPr algn="l">
              <a:buNone/>
              <a:defRPr sz="1350" b="1">
                <a:solidFill>
                  <a:srgbClr val="3183B8"/>
                </a:solidFill>
                <a:latin typeface="Arial"/>
                <a:ea typeface="Arial"/>
                <a:cs typeface="Arial"/>
              </a:defRPr>
            </a:lvl9pPr>
          </a:lstStyle>
          <a:p xmlns:a="http://schemas.openxmlformats.org/drawingml/2006/main">
            <a:pPr algn="l">
              <a:buNone/>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5203F30A-BB3A-4B84-A355-B16A05967C35}"/>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Radar check for built structures</a:t>
            </a:r>
          </a:p>
        </p:txBody>
      </p:sp>
      <p:sp>
        <p:nvSpPr>
          <p:cNvPr id="13" name="">
            <a:extLst xmlns:a="http://schemas.openxmlformats.org/drawingml/2006/main">
              <a:ext uri="{FF2B5EF4-FFF2-40B4-BE49-F238E27FC236}">
                <a16:creationId xmlns:a16="http://schemas.microsoft.com/office/drawing/2014/main" id="{CF0DD282-887E-4E63-A50B-DCF4F7E01ABF}"/>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3B90B95-61DE-4B25-BE53-4D27CE7D06BA}"/>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20301A-4B99-4840-84AD-C251FBCEF142}"/>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Annual land cover</a:t>
            </a:r>
          </a:p>
        </p:txBody>
      </p:sp>
      <p:sp>
        <p:nvSpPr>
          <p:cNvPr id="16" name="">
            <a:extLst xmlns:a="http://schemas.openxmlformats.org/drawingml/2006/main">
              <a:ext uri="{FF2B5EF4-FFF2-40B4-BE49-F238E27FC236}">
                <a16:creationId xmlns:a16="http://schemas.microsoft.com/office/drawing/2014/main" id="{4E3B4D2C-0822-4620-BBB9-20D7BB83928E}"/>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Flags possible growth from 2018 to 2023</a:t>
            </a:r>
          </a:p>
        </p:txBody>
      </p:sp>
      <p:sp>
        <p:nvSpPr>
          <p:cNvPr id="17" name="">
            <a:extLst xmlns:a="http://schemas.openxmlformats.org/drawingml/2006/main">
              <a:ext uri="{FF2B5EF4-FFF2-40B4-BE49-F238E27FC236}">
                <a16:creationId xmlns:a16="http://schemas.microsoft.com/office/drawing/2014/main" id="{59F0C637-DAAD-42A9-BE27-186F4FE98489}"/>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CDF52522-88DC-4E43-8EE3-D8B430A5C506}"/>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F504DB-122F-437B-A9F9-FDF315DDF7C2}"/>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vl1pPr algn="l">
              <a:buNone/>
              <a:defRPr sz="1350" b="1">
                <a:solidFill>
                  <a:srgbClr val="F06449"/>
                </a:solidFill>
                <a:latin typeface="Arial"/>
                <a:ea typeface="Arial"/>
                <a:cs typeface="Arial"/>
              </a:defRPr>
            </a:lvl1pPr>
            <a:lvl2pPr algn="l">
              <a:buNone/>
              <a:defRPr sz="1350" b="1">
                <a:solidFill>
                  <a:srgbClr val="F06449"/>
                </a:solidFill>
                <a:latin typeface="Arial"/>
                <a:ea typeface="Arial"/>
                <a:cs typeface="Arial"/>
              </a:defRPr>
            </a:lvl2pPr>
            <a:lvl3pPr algn="l">
              <a:buNone/>
              <a:defRPr sz="1350" b="1">
                <a:solidFill>
                  <a:srgbClr val="F06449"/>
                </a:solidFill>
                <a:latin typeface="Arial"/>
                <a:ea typeface="Arial"/>
                <a:cs typeface="Arial"/>
              </a:defRPr>
            </a:lvl3pPr>
            <a:lvl4pPr algn="l">
              <a:buNone/>
              <a:defRPr sz="1350" b="1">
                <a:solidFill>
                  <a:srgbClr val="F06449"/>
                </a:solidFill>
                <a:latin typeface="Arial"/>
                <a:ea typeface="Arial"/>
                <a:cs typeface="Arial"/>
              </a:defRPr>
            </a:lvl4pPr>
            <a:lvl5pPr algn="l">
              <a:buNone/>
              <a:defRPr sz="1350" b="1">
                <a:solidFill>
                  <a:srgbClr val="F06449"/>
                </a:solidFill>
                <a:latin typeface="Arial"/>
                <a:ea typeface="Arial"/>
                <a:cs typeface="Arial"/>
              </a:defRPr>
            </a:lvl5pPr>
            <a:lvl6pPr algn="l">
              <a:buNone/>
              <a:defRPr sz="1350" b="1">
                <a:solidFill>
                  <a:srgbClr val="F06449"/>
                </a:solidFill>
                <a:latin typeface="Arial"/>
                <a:ea typeface="Arial"/>
                <a:cs typeface="Arial"/>
              </a:defRPr>
            </a:lvl6pPr>
            <a:lvl7pPr algn="l">
              <a:buNone/>
              <a:defRPr sz="1350" b="1">
                <a:solidFill>
                  <a:srgbClr val="F06449"/>
                </a:solidFill>
                <a:latin typeface="Arial"/>
                <a:ea typeface="Arial"/>
                <a:cs typeface="Arial"/>
              </a:defRPr>
            </a:lvl7pPr>
            <a:lvl8pPr algn="l">
              <a:buNone/>
              <a:defRPr sz="1350" b="1">
                <a:solidFill>
                  <a:srgbClr val="F06449"/>
                </a:solidFill>
                <a:latin typeface="Arial"/>
                <a:ea typeface="Arial"/>
                <a:cs typeface="Arial"/>
              </a:defRPr>
            </a:lvl8pPr>
            <a:lvl9pPr algn="l">
              <a:buNone/>
              <a:defRPr sz="1350" b="1">
                <a:solidFill>
                  <a:srgbClr val="F06449"/>
                </a:solidFill>
                <a:latin typeface="Arial"/>
                <a:ea typeface="Arial"/>
                <a:cs typeface="Arial"/>
              </a:defRPr>
            </a:lvl9pPr>
          </a:lstStyle>
          <a:p xmlns:a="http://schemas.openxmlformats.org/drawingml/2006/main">
            <a:pPr algn="l">
              <a:buNone/>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E4BC7A50-BAE4-49C5-800C-7DA4313E84C8}"/>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Measures land surface temperature</a:t>
            </a:r>
          </a:p>
        </p:txBody>
      </p:sp>
      <p:sp>
        <p:nvSpPr>
          <p:cNvPr id="21" name="">
            <a:extLst xmlns:a="http://schemas.openxmlformats.org/drawingml/2006/main">
              <a:ext uri="{FF2B5EF4-FFF2-40B4-BE49-F238E27FC236}">
                <a16:creationId xmlns:a16="http://schemas.microsoft.com/office/drawing/2014/main" id="{5DC4EBA4-F3F5-4F85-8C2E-9C5D50D4ED4C}"/>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D9B5B77D-1DD3-47A9-B04B-C349FB31EB55}"/>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6E13BC-9EAA-49C3-B8F9-196C0595B49A}"/>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350" b="1">
                <a:solidFill>
                  <a:srgbClr val="6D5DD3"/>
                </a:solidFill>
                <a:latin typeface="Arial"/>
                <a:ea typeface="Arial"/>
                <a:cs typeface="Arial"/>
              </a:defRPr>
            </a:lvl1pPr>
            <a:lvl2pPr algn="l">
              <a:buNone/>
              <a:defRPr sz="1350" b="1">
                <a:solidFill>
                  <a:srgbClr val="6D5DD3"/>
                </a:solidFill>
                <a:latin typeface="Arial"/>
                <a:ea typeface="Arial"/>
                <a:cs typeface="Arial"/>
              </a:defRPr>
            </a:lvl2pPr>
            <a:lvl3pPr algn="l">
              <a:buNone/>
              <a:defRPr sz="1350" b="1">
                <a:solidFill>
                  <a:srgbClr val="6D5DD3"/>
                </a:solidFill>
                <a:latin typeface="Arial"/>
                <a:ea typeface="Arial"/>
                <a:cs typeface="Arial"/>
              </a:defRPr>
            </a:lvl3pPr>
            <a:lvl4pPr algn="l">
              <a:buNone/>
              <a:defRPr sz="1350" b="1">
                <a:solidFill>
                  <a:srgbClr val="6D5DD3"/>
                </a:solidFill>
                <a:latin typeface="Arial"/>
                <a:ea typeface="Arial"/>
                <a:cs typeface="Arial"/>
              </a:defRPr>
            </a:lvl4pPr>
            <a:lvl5pPr algn="l">
              <a:buNone/>
              <a:defRPr sz="1350" b="1">
                <a:solidFill>
                  <a:srgbClr val="6D5DD3"/>
                </a:solidFill>
                <a:latin typeface="Arial"/>
                <a:ea typeface="Arial"/>
                <a:cs typeface="Arial"/>
              </a:defRPr>
            </a:lvl5pPr>
            <a:lvl6pPr algn="l">
              <a:buNone/>
              <a:defRPr sz="1350" b="1">
                <a:solidFill>
                  <a:srgbClr val="6D5DD3"/>
                </a:solidFill>
                <a:latin typeface="Arial"/>
                <a:ea typeface="Arial"/>
                <a:cs typeface="Arial"/>
              </a:defRPr>
            </a:lvl6pPr>
            <a:lvl7pPr algn="l">
              <a:buNone/>
              <a:defRPr sz="1350" b="1">
                <a:solidFill>
                  <a:srgbClr val="6D5DD3"/>
                </a:solidFill>
                <a:latin typeface="Arial"/>
                <a:ea typeface="Arial"/>
                <a:cs typeface="Arial"/>
              </a:defRPr>
            </a:lvl7pPr>
            <a:lvl8pPr algn="l">
              <a:buNone/>
              <a:defRPr sz="1350" b="1">
                <a:solidFill>
                  <a:srgbClr val="6D5DD3"/>
                </a:solidFill>
                <a:latin typeface="Arial"/>
                <a:ea typeface="Arial"/>
                <a:cs typeface="Arial"/>
              </a:defRPr>
            </a:lvl8pPr>
            <a:lvl9pPr algn="l">
              <a:buNone/>
              <a:defRPr sz="1350"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1D9CFD79-F9A5-4991-B4D0-A034A7B907F9}"/>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Estimates where people live</a:t>
            </a:r>
          </a:p>
        </p:txBody>
      </p:sp>
      <p:sp>
        <p:nvSpPr>
          <p:cNvPr id="25" name="">
            <a:extLst xmlns:a="http://schemas.openxmlformats.org/drawingml/2006/main">
              <a:ext uri="{FF2B5EF4-FFF2-40B4-BE49-F238E27FC236}">
                <a16:creationId xmlns:a16="http://schemas.microsoft.com/office/drawing/2014/main" id="{9BB483BB-93FE-442C-B9CE-F4F6AFB2D713}"/>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4F1AE3EC-A07E-408C-BC2A-654AB68CACDD}"/>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B95DEB-CF73-4BF3-ACA2-420F938D2BB0}"/>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vl1pPr algn="l">
              <a:buNone/>
              <a:defRPr sz="1350" b="1">
                <a:solidFill>
                  <a:srgbClr val="D96787"/>
                </a:solidFill>
                <a:latin typeface="Arial"/>
                <a:ea typeface="Arial"/>
                <a:cs typeface="Arial"/>
              </a:defRPr>
            </a:lvl1pPr>
            <a:lvl2pPr algn="l">
              <a:buNone/>
              <a:defRPr sz="1350" b="1">
                <a:solidFill>
                  <a:srgbClr val="D96787"/>
                </a:solidFill>
                <a:latin typeface="Arial"/>
                <a:ea typeface="Arial"/>
                <a:cs typeface="Arial"/>
              </a:defRPr>
            </a:lvl2pPr>
            <a:lvl3pPr algn="l">
              <a:buNone/>
              <a:defRPr sz="1350" b="1">
                <a:solidFill>
                  <a:srgbClr val="D96787"/>
                </a:solidFill>
                <a:latin typeface="Arial"/>
                <a:ea typeface="Arial"/>
                <a:cs typeface="Arial"/>
              </a:defRPr>
            </a:lvl3pPr>
            <a:lvl4pPr algn="l">
              <a:buNone/>
              <a:defRPr sz="1350" b="1">
                <a:solidFill>
                  <a:srgbClr val="D96787"/>
                </a:solidFill>
                <a:latin typeface="Arial"/>
                <a:ea typeface="Arial"/>
                <a:cs typeface="Arial"/>
              </a:defRPr>
            </a:lvl4pPr>
            <a:lvl5pPr algn="l">
              <a:buNone/>
              <a:defRPr sz="1350" b="1">
                <a:solidFill>
                  <a:srgbClr val="D96787"/>
                </a:solidFill>
                <a:latin typeface="Arial"/>
                <a:ea typeface="Arial"/>
                <a:cs typeface="Arial"/>
              </a:defRPr>
            </a:lvl5pPr>
            <a:lvl6pPr algn="l">
              <a:buNone/>
              <a:defRPr sz="1350" b="1">
                <a:solidFill>
                  <a:srgbClr val="D96787"/>
                </a:solidFill>
                <a:latin typeface="Arial"/>
                <a:ea typeface="Arial"/>
                <a:cs typeface="Arial"/>
              </a:defRPr>
            </a:lvl6pPr>
            <a:lvl7pPr algn="l">
              <a:buNone/>
              <a:defRPr sz="1350" b="1">
                <a:solidFill>
                  <a:srgbClr val="D96787"/>
                </a:solidFill>
                <a:latin typeface="Arial"/>
                <a:ea typeface="Arial"/>
                <a:cs typeface="Arial"/>
              </a:defRPr>
            </a:lvl7pPr>
            <a:lvl8pPr algn="l">
              <a:buNone/>
              <a:defRPr sz="1350" b="1">
                <a:solidFill>
                  <a:srgbClr val="D96787"/>
                </a:solidFill>
                <a:latin typeface="Arial"/>
                <a:ea typeface="Arial"/>
                <a:cs typeface="Arial"/>
              </a:defRPr>
            </a:lvl8pPr>
            <a:lvl9pPr algn="l">
              <a:buNone/>
              <a:defRPr sz="1350" b="1">
                <a:solidFill>
                  <a:srgbClr val="D96787"/>
                </a:solidFill>
                <a:latin typeface="Arial"/>
                <a:ea typeface="Arial"/>
                <a:cs typeface="Arial"/>
              </a:defRPr>
            </a:lvl9pPr>
          </a:lstStyle>
          <a:p xmlns:a="http://schemas.openxmlformats.org/drawingml/2006/main">
            <a:pPr algn="l">
              <a:buNone/>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3EDC8CDD-A56A-4365-B397-8584C33329EB}"/>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Tests a desert classification problem</a:t>
            </a:r>
          </a:p>
        </p:txBody>
      </p:sp>
      <p:pic>
        <p:nvPicPr>
          <p:cNvPr id="29" name="">
            <a:extLst xmlns:a="http://schemas.openxmlformats.org/drawingml/2006/main">
              <a:ext uri="{FF2B5EF4-FFF2-40B4-BE49-F238E27FC236}">
                <a16:creationId xmlns:a16="http://schemas.microsoft.com/office/drawing/2014/main" id="{7D9DA7B2-3DBB-448B-AFA8-CA51AB3FAD72}"/>
              </a:ext>
            </a:extLst>
          </p:cNvPr>
          <p:cNvPicPr>
            <a:picLocks xmlns:a="http://schemas.openxmlformats.org/drawingml/2006/main" noChangeAspect="1"/>
          </p:cNvPicPr>
          <p:nvPr/>
        </p:nvPicPr>
        <p:blipFill>
          <a:blip xmlns:r="http://schemas.openxmlformats.org/officeDocument/2006/relationships" xmlns:a="http://schemas.openxmlformats.org/drawingml/2006/main" r:embed="R290bdc1ad61e4942"/>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C8D1CAA3-D3D5-41FD-906F-406BB656771C}"/>
              </a:ext>
            </a:extLst>
          </p:cNvPr>
          <p:cNvSpPr>
            <a:spLocks xmlns:a="http://schemas.openxmlformats.org/drawingml/2006/main" noGrp="1"/>
          </p:cNvSpPr>
          <p:nvPr/>
        </p:nvSpPr>
        <p:spPr>
          <a:xfrm xmlns:a="http://schemas.openxmlformats.org/drawingml/2006/main">
            <a:off x="6527768" y="5715000"/>
            <a:ext cx="4451318" cy="60960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EECFC289-CEF2-490B-A433-52CD6C7BBAA8}"/>
              </a:ext>
            </a:extLst>
          </p:cNvPr>
          <p:cNvSpPr>
            <a:spLocks xmlns:a="http://schemas.openxmlformats.org/drawingml/2006/main" noGrp="1"/>
          </p:cNvSpPr>
          <p:nvPr/>
        </p:nvSpPr>
        <p:spPr>
          <a:xfrm xmlns:a="http://schemas.openxmlformats.org/drawingml/2006/main">
            <a:off x="6718268" y="5772150"/>
            <a:ext cx="40703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vl1pPr algn="l">
              <a:buNone/>
              <a:defRPr sz="1050" b="1">
                <a:solidFill>
                  <a:srgbClr val="F3F6F2"/>
                </a:solidFill>
                <a:latin typeface="Arial"/>
                <a:ea typeface="Arial"/>
                <a:cs typeface="Arial"/>
              </a:defRPr>
            </a:lvl1pPr>
            <a:lvl2pPr algn="l">
              <a:buNone/>
              <a:defRPr sz="1050" b="1">
                <a:solidFill>
                  <a:srgbClr val="F3F6F2"/>
                </a:solidFill>
                <a:latin typeface="Arial"/>
                <a:ea typeface="Arial"/>
                <a:cs typeface="Arial"/>
              </a:defRPr>
            </a:lvl2pPr>
            <a:lvl3pPr algn="l">
              <a:buNone/>
              <a:defRPr sz="1050" b="1">
                <a:solidFill>
                  <a:srgbClr val="F3F6F2"/>
                </a:solidFill>
                <a:latin typeface="Arial"/>
                <a:ea typeface="Arial"/>
                <a:cs typeface="Arial"/>
              </a:defRPr>
            </a:lvl3pPr>
            <a:lvl4pPr algn="l">
              <a:buNone/>
              <a:defRPr sz="1050" b="1">
                <a:solidFill>
                  <a:srgbClr val="F3F6F2"/>
                </a:solidFill>
                <a:latin typeface="Arial"/>
                <a:ea typeface="Arial"/>
                <a:cs typeface="Arial"/>
              </a:defRPr>
            </a:lvl4pPr>
            <a:lvl5pPr algn="l">
              <a:buNone/>
              <a:defRPr sz="1050" b="1">
                <a:solidFill>
                  <a:srgbClr val="F3F6F2"/>
                </a:solidFill>
                <a:latin typeface="Arial"/>
                <a:ea typeface="Arial"/>
                <a:cs typeface="Arial"/>
              </a:defRPr>
            </a:lvl5pPr>
            <a:lvl6pPr algn="l">
              <a:buNone/>
              <a:defRPr sz="1050" b="1">
                <a:solidFill>
                  <a:srgbClr val="F3F6F2"/>
                </a:solidFill>
                <a:latin typeface="Arial"/>
                <a:ea typeface="Arial"/>
                <a:cs typeface="Arial"/>
              </a:defRPr>
            </a:lvl6pPr>
            <a:lvl7pPr algn="l">
              <a:buNone/>
              <a:defRPr sz="1050" b="1">
                <a:solidFill>
                  <a:srgbClr val="F3F6F2"/>
                </a:solidFill>
                <a:latin typeface="Arial"/>
                <a:ea typeface="Arial"/>
                <a:cs typeface="Arial"/>
              </a:defRPr>
            </a:lvl7pPr>
            <a:lvl8pPr algn="l">
              <a:buNone/>
              <a:defRPr sz="1050" b="1">
                <a:solidFill>
                  <a:srgbClr val="F3F6F2"/>
                </a:solidFill>
                <a:latin typeface="Arial"/>
                <a:ea typeface="Arial"/>
                <a:cs typeface="Arial"/>
              </a:defRPr>
            </a:lvl8pPr>
            <a:lvl9pPr algn="l">
              <a:buNone/>
              <a:defRPr sz="1050" b="1">
                <a:solidFill>
                  <a:srgbClr val="F3F6F2"/>
                </a:solidFill>
                <a:latin typeface="Arial"/>
                <a:ea typeface="Arial"/>
                <a:cs typeface="Arial"/>
              </a:defRPr>
            </a:lvl9pPr>
          </a:lstStyle>
          <a:p xmlns:a="http://schemas.openxmlformats.org/drawingml/2006/main">
            <a:pPr algn="l">
              <a:buNone/>
              <a:defRPr sz="1050" b="1">
                <a:solidFill>
                  <a:srgbClr val="F3F6F2"/>
                </a:solidFill>
                <a:latin typeface="Arial"/>
                <a:ea typeface="Arial"/>
                <a:cs typeface="Arial"/>
              </a:defRPr>
            </a:pPr>
            <a:r>
              <a:rPr sz="1050" b="1">
                <a:solidFill>
                  <a:srgbClr val="F3F6F2"/>
                </a:solidFill>
                <a:latin typeface="Arial"/>
                <a:ea typeface="Arial"/>
                <a:cs typeface="Arial"/>
              </a:rPr>
              <a:t>Annual maps flag growth. Optical and radar data check it. Heat, population and vegetation set the score.</a:t>
            </a:r>
          </a:p>
        </p:txBody>
      </p:sp>
    </p:spTree>
    <p:extLst>
      <p:ext uri="{BB962C8B-B14F-4D97-AF65-F5344CB8AC3E}">
        <p14:creationId xmlns:p14="http://schemas.microsoft.com/office/powerpoint/2010/main" val="1626140486"/>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7A84D2F-26D1-4231-AA87-63C6D63557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VALIDATION EVIDENCE</a:t>
            </a:r>
          </a:p>
        </p:txBody>
      </p:sp>
      <p:sp>
        <p:nvSpPr>
          <p:cNvPr id="2" name="">
            <a:extLst xmlns:a="http://schemas.openxmlformats.org/drawingml/2006/main">
              <a:ext uri="{FF2B5EF4-FFF2-40B4-BE49-F238E27FC236}">
                <a16:creationId xmlns:a16="http://schemas.microsoft.com/office/drawing/2014/main" id="{8F6D0951-B3B2-4534-8A12-1CC7C57EA1B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well the model matched the reference</a:t>
            </a:r>
          </a:p>
        </p:txBody>
      </p:sp>
      <p:sp>
        <p:nvSpPr>
          <p:cNvPr id="3" name="">
            <a:extLst xmlns:a="http://schemas.openxmlformats.org/drawingml/2006/main">
              <a:ext uri="{FF2B5EF4-FFF2-40B4-BE49-F238E27FC236}">
                <a16:creationId xmlns:a16="http://schemas.microsoft.com/office/drawing/2014/main" id="{1020BED9-8E4E-4B7F-B19D-C5EDCD00231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1465013-EAC2-4FE9-811F-A3DCD42F22D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C1A2895B-111A-467F-BBF9-4B5B2BBB34DF}"/>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BD0535E-73D3-40CC-813B-62C0BD2CC498}"/>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C398429F-75DF-4862-A396-AF1E476E0759}"/>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E25D8105-1190-402B-A4D7-DA3BC803BCD8}"/>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7765BA8-DD76-415B-908C-50C0C0B78456}"/>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E80FD1CD-071B-4410-8333-41BB620456A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B881E1D3-04E1-4E60-8B1B-A21CBEC511A3}"/>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62495634-BA8D-413D-8972-10B9F4C45E97}"/>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9AFB6D63-86DC-40E9-BF59-8069FF5A1424}"/>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409CE89-648B-42AB-906B-799D048E51BA}"/>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2D89BAFB-FE0D-4A8B-A1B7-615789F872F9}"/>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vl1pPr algn="l">
              <a:buNone/>
              <a:defRPr sz="1425" b="1">
                <a:solidFill>
                  <a:srgbClr val="F3F6F2"/>
                </a:solidFill>
                <a:latin typeface="Arial"/>
                <a:ea typeface="Arial"/>
                <a:cs typeface="Arial"/>
              </a:defRPr>
            </a:lvl1pPr>
            <a:lvl2pPr algn="l">
              <a:buNone/>
              <a:defRPr sz="1425" b="1">
                <a:solidFill>
                  <a:srgbClr val="F3F6F2"/>
                </a:solidFill>
                <a:latin typeface="Arial"/>
                <a:ea typeface="Arial"/>
                <a:cs typeface="Arial"/>
              </a:defRPr>
            </a:lvl2pPr>
            <a:lvl3pPr algn="l">
              <a:buNone/>
              <a:defRPr sz="1425" b="1">
                <a:solidFill>
                  <a:srgbClr val="F3F6F2"/>
                </a:solidFill>
                <a:latin typeface="Arial"/>
                <a:ea typeface="Arial"/>
                <a:cs typeface="Arial"/>
              </a:defRPr>
            </a:lvl3pPr>
            <a:lvl4pPr algn="l">
              <a:buNone/>
              <a:defRPr sz="1425" b="1">
                <a:solidFill>
                  <a:srgbClr val="F3F6F2"/>
                </a:solidFill>
                <a:latin typeface="Arial"/>
                <a:ea typeface="Arial"/>
                <a:cs typeface="Arial"/>
              </a:defRPr>
            </a:lvl4pPr>
            <a:lvl5pPr algn="l">
              <a:buNone/>
              <a:defRPr sz="1425" b="1">
                <a:solidFill>
                  <a:srgbClr val="F3F6F2"/>
                </a:solidFill>
                <a:latin typeface="Arial"/>
                <a:ea typeface="Arial"/>
                <a:cs typeface="Arial"/>
              </a:defRPr>
            </a:lvl5pPr>
            <a:lvl6pPr algn="l">
              <a:buNone/>
              <a:defRPr sz="1425" b="1">
                <a:solidFill>
                  <a:srgbClr val="F3F6F2"/>
                </a:solidFill>
                <a:latin typeface="Arial"/>
                <a:ea typeface="Arial"/>
                <a:cs typeface="Arial"/>
              </a:defRPr>
            </a:lvl6pPr>
            <a:lvl7pPr algn="l">
              <a:buNone/>
              <a:defRPr sz="1425" b="1">
                <a:solidFill>
                  <a:srgbClr val="F3F6F2"/>
                </a:solidFill>
                <a:latin typeface="Arial"/>
                <a:ea typeface="Arial"/>
                <a:cs typeface="Arial"/>
              </a:defRPr>
            </a:lvl7pPr>
            <a:lvl8pPr algn="l">
              <a:buNone/>
              <a:defRPr sz="1425" b="1">
                <a:solidFill>
                  <a:srgbClr val="F3F6F2"/>
                </a:solidFill>
                <a:latin typeface="Arial"/>
                <a:ea typeface="Arial"/>
                <a:cs typeface="Arial"/>
              </a:defRPr>
            </a:lvl8pPr>
            <a:lvl9pPr algn="l">
              <a:buNone/>
              <a:defRPr sz="1425" b="1">
                <a:solidFill>
                  <a:srgbClr val="F3F6F2"/>
                </a:solidFill>
                <a:latin typeface="Arial"/>
                <a:ea typeface="Arial"/>
                <a:cs typeface="Arial"/>
              </a:defRPr>
            </a:lvl9pPr>
          </a:lstStyle>
          <a:p xmlns:a="http://schemas.openxmlformats.org/drawingml/2006/main">
            <a:pPr algn="l">
              <a:buNone/>
              <a:defRPr sz="1425" b="1">
                <a:solidFill>
                  <a:srgbClr val="F3F6F2"/>
                </a:solidFill>
                <a:latin typeface="Arial"/>
                <a:ea typeface="Arial"/>
                <a:cs typeface="Arial"/>
              </a:defRPr>
            </a:pPr>
            <a:r>
              <a:rPr sz="1425" b="1">
                <a:solidFill>
                  <a:srgbClr val="F3F6F2"/>
                </a:solidFill>
                <a:latin typeface="Arial"/>
                <a:ea typeface="Arial"/>
                <a:cs typeface="Arial"/>
              </a:rPr>
              <a:t>The model matched a separate satellite reference well. This is not the same as field accuracy.</a:t>
            </a:r>
          </a:p>
        </p:txBody>
      </p:sp>
      <p:pic>
        <p:nvPicPr>
          <p:cNvPr id="16" name="">
            <a:extLst xmlns:a="http://schemas.openxmlformats.org/drawingml/2006/main">
              <a:ext uri="{FF2B5EF4-FFF2-40B4-BE49-F238E27FC236}">
                <a16:creationId xmlns:a16="http://schemas.microsoft.com/office/drawing/2014/main" id="{AF50CEEE-5FF6-4003-ACC5-D0F920F2192F}"/>
              </a:ext>
            </a:extLst>
          </p:cNvPr>
          <p:cNvPicPr>
            <a:picLocks xmlns:a="http://schemas.openxmlformats.org/drawingml/2006/main" noChangeAspect="1"/>
          </p:cNvPicPr>
          <p:nvPr/>
        </p:nvPicPr>
        <p:blipFill>
          <a:blip xmlns:r="http://schemas.openxmlformats.org/officeDocument/2006/relationships" xmlns:a="http://schemas.openxmlformats.org/drawingml/2006/main" r:embed="R1864c37d024544b5"/>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6E53C711-8BCE-4FF9-84CB-C516B06C908C}"/>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AFB3771E-70FA-4866-AB58-F9E6AD9ED744}"/>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30C5B26E-D35F-4268-8DCC-DE5292CF3C45}"/>
              </a:ext>
            </a:extLst>
          </p:cNvPr>
          <p:cNvSpPr>
            <a:spLocks xmlns:a="http://schemas.openxmlformats.org/drawingml/2006/main" noGrp="1"/>
          </p:cNvSpPr>
          <p:nvPr/>
        </p:nvSpPr>
        <p:spPr>
          <a:xfrm xmlns:a="http://schemas.openxmlformats.org/drawingml/2006/main">
            <a:off x="8115300" y="33909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Surface temperature is not air temperature or personal heat exposure.</a:t>
            </a:r>
          </a:p>
        </p:txBody>
      </p:sp>
      <p:sp>
        <p:nvSpPr>
          <p:cNvPr id="20" name="">
            <a:extLst xmlns:a="http://schemas.openxmlformats.org/drawingml/2006/main">
              <a:ext uri="{FF2B5EF4-FFF2-40B4-BE49-F238E27FC236}">
                <a16:creationId xmlns:a16="http://schemas.microsoft.com/office/drawing/2014/main" id="{06F0C5E1-0D33-4A88-AE60-D3ED406AD63B}"/>
              </a:ext>
            </a:extLst>
          </p:cNvPr>
          <p:cNvSpPr>
            <a:spLocks xmlns:a="http://schemas.openxmlformats.org/drawingml/2006/main" noGrp="1"/>
          </p:cNvSpPr>
          <p:nvPr/>
        </p:nvSpPr>
        <p:spPr>
          <a:xfrm xmlns:a="http://schemas.openxmlformats.org/drawingml/2006/main">
            <a:off x="8115300" y="40957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WorldPop is an estimate, not a current population or worker count.</a:t>
            </a:r>
          </a:p>
        </p:txBody>
      </p:sp>
      <p:sp>
        <p:nvSpPr>
          <p:cNvPr id="21" name="">
            <a:extLst xmlns:a="http://schemas.openxmlformats.org/drawingml/2006/main">
              <a:ext uri="{FF2B5EF4-FFF2-40B4-BE49-F238E27FC236}">
                <a16:creationId xmlns:a16="http://schemas.microsoft.com/office/drawing/2014/main" id="{64A4325D-C1CB-4EDB-B7D4-6C36B09C7F9C}"/>
              </a:ext>
            </a:extLst>
          </p:cNvPr>
          <p:cNvSpPr>
            <a:spLocks xmlns:a="http://schemas.openxmlformats.org/drawingml/2006/main" noGrp="1"/>
          </p:cNvSpPr>
          <p:nvPr/>
        </p:nvSpPr>
        <p:spPr>
          <a:xfrm xmlns:a="http://schemas.openxmlformats.org/drawingml/2006/main">
            <a:off x="8115300" y="4705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the model.</a:t>
            </a:r>
          </a:p>
        </p:txBody>
      </p:sp>
      <p:sp>
        <p:nvSpPr>
          <p:cNvPr id="22" name="">
            <a:extLst xmlns:a="http://schemas.openxmlformats.org/drawingml/2006/main">
              <a:ext uri="{FF2B5EF4-FFF2-40B4-BE49-F238E27FC236}">
                <a16:creationId xmlns:a16="http://schemas.microsoft.com/office/drawing/2014/main" id="{A9FAFBDA-FA14-4468-AEFD-2C33E7FE5F59}"/>
              </a:ext>
            </a:extLst>
          </p:cNvPr>
          <p:cNvSpPr>
            <a:spLocks xmlns:a="http://schemas.openxmlformats.org/drawingml/2006/main" noGrp="1"/>
          </p:cNvSpPr>
          <p:nvPr/>
        </p:nvSpPr>
        <p:spPr>
          <a:xfrm xmlns:a="http://schemas.openxmlformats.org/drawingml/2006/main">
            <a:off x="8115300"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 real user still needs to review the score weights.</a:t>
            </a:r>
          </a:p>
        </p:txBody>
      </p:sp>
    </p:spTree>
    <p:extLst>
      <p:ext uri="{BB962C8B-B14F-4D97-AF65-F5344CB8AC3E}">
        <p14:creationId xmlns:p14="http://schemas.microsoft.com/office/powerpoint/2010/main" val="517216802"/>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FD5FE6-7A2B-4163-BD4B-775FB0FEE2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DIFFERENCE</a:t>
            </a:r>
          </a:p>
        </p:txBody>
      </p:sp>
      <p:sp>
        <p:nvSpPr>
          <p:cNvPr id="2" name="">
            <a:extLst xmlns:a="http://schemas.openxmlformats.org/drawingml/2006/main">
              <a:ext uri="{FF2B5EF4-FFF2-40B4-BE49-F238E27FC236}">
                <a16:creationId xmlns:a16="http://schemas.microsoft.com/office/drawing/2014/main" id="{5FA2513D-95EC-480A-9D43-8DC4D08FEF0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Why we used more than one signal</a:t>
            </a:r>
          </a:p>
        </p:txBody>
      </p:sp>
      <p:sp>
        <p:nvSpPr>
          <p:cNvPr id="3" name="">
            <a:extLst xmlns:a="http://schemas.openxmlformats.org/drawingml/2006/main">
              <a:ext uri="{FF2B5EF4-FFF2-40B4-BE49-F238E27FC236}">
                <a16:creationId xmlns:a16="http://schemas.microsoft.com/office/drawing/2014/main" id="{A7CC9035-8208-4151-A13B-C25259C5C83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B108633-9392-4628-B76D-1ACC3CD8A49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9FB4CDD5-D861-482F-A21E-4100F850933A}"/>
              </a:ext>
            </a:extLst>
          </p:cNvPr>
          <p:cNvPicPr>
            <a:picLocks xmlns:a="http://schemas.openxmlformats.org/drawingml/2006/main" noChangeAspect="1"/>
          </p:cNvPicPr>
          <p:nvPr/>
        </p:nvPicPr>
        <p:blipFill>
          <a:blip xmlns:r="http://schemas.openxmlformats.org/officeDocument/2006/relationships" xmlns:a="http://schemas.openxmlformats.org/drawingml/2006/main" r:embed="R9d00399c41fc4ec6"/>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E2D46F12-86D7-47BC-8A50-67561E805C64}"/>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7EC9BA80-266B-4427-9035-7D9CDFA6502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THREE CHECKS</a:t>
            </a:r>
          </a:p>
        </p:txBody>
      </p:sp>
      <p:sp>
        <p:nvSpPr>
          <p:cNvPr id="8" name="">
            <a:extLst xmlns:a="http://schemas.openxmlformats.org/drawingml/2006/main">
              <a:ext uri="{FF2B5EF4-FFF2-40B4-BE49-F238E27FC236}">
                <a16:creationId xmlns:a16="http://schemas.microsoft.com/office/drawing/2014/main" id="{C362E6B9-B927-4975-B5D8-05066B43271B}"/>
              </a:ext>
            </a:extLst>
          </p:cNvPr>
          <p:cNvSpPr>
            <a:spLocks xmlns:a="http://schemas.openxmlformats.org/drawingml/2006/main" noGrp="1"/>
          </p:cNvSpPr>
          <p:nvPr/>
        </p:nvSpPr>
        <p:spPr>
          <a:xfrm xmlns:a="http://schemas.openxmlformats.org/drawingml/2006/main">
            <a:off x="7581900" y="22098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Annual maps suggest where growth may have happened.</a:t>
            </a:r>
          </a:p>
        </p:txBody>
      </p:sp>
      <p:sp>
        <p:nvSpPr>
          <p:cNvPr id="9" name="">
            <a:extLst xmlns:a="http://schemas.openxmlformats.org/drawingml/2006/main">
              <a:ext uri="{FF2B5EF4-FFF2-40B4-BE49-F238E27FC236}">
                <a16:creationId xmlns:a16="http://schemas.microsoft.com/office/drawing/2014/main" id="{1D860BB5-F7AB-4D48-AE85-FBD861FB0A21}"/>
              </a:ext>
            </a:extLst>
          </p:cNvPr>
          <p:cNvSpPr>
            <a:spLocks xmlns:a="http://schemas.openxmlformats.org/drawingml/2006/main" noGrp="1"/>
          </p:cNvSpPr>
          <p:nvPr/>
        </p:nvSpPr>
        <p:spPr>
          <a:xfrm xmlns:a="http://schemas.openxmlformats.org/drawingml/2006/main">
            <a:off x="7581900" y="28765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Optical and radar data check the same places.</a:t>
            </a:r>
          </a:p>
        </p:txBody>
      </p:sp>
      <p:sp>
        <p:nvSpPr>
          <p:cNvPr id="10" name="">
            <a:extLst xmlns:a="http://schemas.openxmlformats.org/drawingml/2006/main">
              <a:ext uri="{FF2B5EF4-FFF2-40B4-BE49-F238E27FC236}">
                <a16:creationId xmlns:a16="http://schemas.microsoft.com/office/drawing/2014/main" id="{0AE34ECE-FE2F-4B3E-ACC6-8A9184698696}"/>
              </a:ext>
            </a:extLst>
          </p:cNvPr>
          <p:cNvSpPr>
            <a:spLocks xmlns:a="http://schemas.openxmlformats.org/drawingml/2006/main" noGrp="1"/>
          </p:cNvSpPr>
          <p:nvPr/>
        </p:nvSpPr>
        <p:spPr>
          <a:xfrm xmlns:a="http://schemas.openxmlformats.org/drawingml/2006/main">
            <a:off x="7581900" y="365760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Each final score keeps its four parts visible.</a:t>
            </a:r>
          </a:p>
        </p:txBody>
      </p:sp>
      <p:sp>
        <p:nvSpPr>
          <p:cNvPr id="11" name="">
            <a:extLst xmlns:a="http://schemas.openxmlformats.org/drawingml/2006/main">
              <a:ext uri="{FF2B5EF4-FFF2-40B4-BE49-F238E27FC236}">
                <a16:creationId xmlns:a16="http://schemas.microsoft.com/office/drawing/2014/main" id="{D1734CF4-0839-4FD8-8FF1-416EC8EB57FF}"/>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vl1pPr algn="l">
              <a:buNone/>
              <a:defRPr sz="1050" b="1">
                <a:solidFill>
                  <a:srgbClr val="E2AD2B"/>
                </a:solidFill>
                <a:latin typeface="Arial"/>
                <a:ea typeface="Arial"/>
                <a:cs typeface="Arial"/>
              </a:defRPr>
            </a:lvl1pPr>
            <a:lvl2pPr algn="l">
              <a:buNone/>
              <a:defRPr sz="1050" b="1">
                <a:solidFill>
                  <a:srgbClr val="E2AD2B"/>
                </a:solidFill>
                <a:latin typeface="Arial"/>
                <a:ea typeface="Arial"/>
                <a:cs typeface="Arial"/>
              </a:defRPr>
            </a:lvl2pPr>
            <a:lvl3pPr algn="l">
              <a:buNone/>
              <a:defRPr sz="1050" b="1">
                <a:solidFill>
                  <a:srgbClr val="E2AD2B"/>
                </a:solidFill>
                <a:latin typeface="Arial"/>
                <a:ea typeface="Arial"/>
                <a:cs typeface="Arial"/>
              </a:defRPr>
            </a:lvl3pPr>
            <a:lvl4pPr algn="l">
              <a:buNone/>
              <a:defRPr sz="1050" b="1">
                <a:solidFill>
                  <a:srgbClr val="E2AD2B"/>
                </a:solidFill>
                <a:latin typeface="Arial"/>
                <a:ea typeface="Arial"/>
                <a:cs typeface="Arial"/>
              </a:defRPr>
            </a:lvl4pPr>
            <a:lvl5pPr algn="l">
              <a:buNone/>
              <a:defRPr sz="1050" b="1">
                <a:solidFill>
                  <a:srgbClr val="E2AD2B"/>
                </a:solidFill>
                <a:latin typeface="Arial"/>
                <a:ea typeface="Arial"/>
                <a:cs typeface="Arial"/>
              </a:defRPr>
            </a:lvl5pPr>
            <a:lvl6pPr algn="l">
              <a:buNone/>
              <a:defRPr sz="1050" b="1">
                <a:solidFill>
                  <a:srgbClr val="E2AD2B"/>
                </a:solidFill>
                <a:latin typeface="Arial"/>
                <a:ea typeface="Arial"/>
                <a:cs typeface="Arial"/>
              </a:defRPr>
            </a:lvl6pPr>
            <a:lvl7pPr algn="l">
              <a:buNone/>
              <a:defRPr sz="1050" b="1">
                <a:solidFill>
                  <a:srgbClr val="E2AD2B"/>
                </a:solidFill>
                <a:latin typeface="Arial"/>
                <a:ea typeface="Arial"/>
                <a:cs typeface="Arial"/>
              </a:defRPr>
            </a:lvl7pPr>
            <a:lvl8pPr algn="l">
              <a:buNone/>
              <a:defRPr sz="1050" b="1">
                <a:solidFill>
                  <a:srgbClr val="E2AD2B"/>
                </a:solidFill>
                <a:latin typeface="Arial"/>
                <a:ea typeface="Arial"/>
                <a:cs typeface="Arial"/>
              </a:defRPr>
            </a:lvl8pPr>
            <a:lvl9pPr algn="l">
              <a:buNone/>
              <a:defRPr sz="1050" b="1">
                <a:solidFill>
                  <a:srgbClr val="E2AD2B"/>
                </a:solidFill>
                <a:latin typeface="Arial"/>
                <a:ea typeface="Arial"/>
                <a:cs typeface="Arial"/>
              </a:defRPr>
            </a:lvl9pPr>
          </a:lstStyle>
          <a:p xmlns:a="http://schemas.openxmlformats.org/drawingml/2006/main">
            <a:pPr algn="l">
              <a:buNone/>
              <a:defRPr sz="1050" b="1">
                <a:solidFill>
                  <a:srgbClr val="E2AD2B"/>
                </a:solidFill>
                <a:latin typeface="Arial"/>
                <a:ea typeface="Arial"/>
                <a:cs typeface="Arial"/>
              </a:defRPr>
            </a:pPr>
            <a:r>
              <a:rPr sz="1050" b="1">
                <a:solidFill>
                  <a:srgbClr val="E2AD2B"/>
                </a:solidFill>
                <a:latin typeface="Arial"/>
                <a:ea typeface="Arial"/>
                <a:cs typeface="Arial"/>
              </a:rPr>
              <a:t>The Tanager check showed that one built-up index can confuse bright desert with buildings.</a:t>
            </a:r>
          </a:p>
        </p:txBody>
      </p:sp>
      <p:sp>
        <p:nvSpPr>
          <p:cNvPr id="12" name="">
            <a:extLst xmlns:a="http://schemas.openxmlformats.org/drawingml/2006/main">
              <a:ext uri="{FF2B5EF4-FFF2-40B4-BE49-F238E27FC236}">
                <a16:creationId xmlns:a16="http://schemas.microsoft.com/office/drawing/2014/main" id="{BCD48F82-AF83-45EF-89B2-DF14175A6ECB}"/>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3" name="">
            <a:extLst xmlns:a="http://schemas.openxmlformats.org/drawingml/2006/main">
              <a:ext uri="{FF2B5EF4-FFF2-40B4-BE49-F238E27FC236}">
                <a16:creationId xmlns:a16="http://schemas.microsoft.com/office/drawing/2014/main" id="{4815301D-98A9-4EDF-BA4A-FEF17255E86E}"/>
              </a:ext>
            </a:extLst>
          </p:cNvPr>
          <p:cNvSpPr>
            <a:spLocks xmlns:a="http://schemas.openxmlformats.org/drawingml/2006/main" noGrp="1"/>
          </p:cNvSpPr>
          <p:nvPr/>
        </p:nvSpPr>
        <p:spPr>
          <a:xfrm xmlns:a="http://schemas.openxmlformats.org/drawingml/2006/main">
            <a:off x="838200" y="537210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WHY IT HELPS</a:t>
            </a:r>
          </a:p>
        </p:txBody>
      </p:sp>
      <p:sp>
        <p:nvSpPr>
          <p:cNvPr id="14" name="">
            <a:extLst xmlns:a="http://schemas.openxmlformats.org/drawingml/2006/main">
              <a:ext uri="{FF2B5EF4-FFF2-40B4-BE49-F238E27FC236}">
                <a16:creationId xmlns:a16="http://schemas.microsoft.com/office/drawing/2014/main" id="{41015C48-7FB2-4A85-8424-6E750D654802}"/>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vl1pPr algn="l">
              <a:buNone/>
              <a:defRPr sz="1575" b="1">
                <a:solidFill>
                  <a:srgbClr val="F3F6F2"/>
                </a:solidFill>
                <a:latin typeface="Arial"/>
                <a:ea typeface="Arial"/>
                <a:cs typeface="Arial"/>
              </a:defRPr>
            </a:lvl1pPr>
            <a:lvl2pPr algn="l">
              <a:buNone/>
              <a:defRPr sz="1575" b="1">
                <a:solidFill>
                  <a:srgbClr val="F3F6F2"/>
                </a:solidFill>
                <a:latin typeface="Arial"/>
                <a:ea typeface="Arial"/>
                <a:cs typeface="Arial"/>
              </a:defRPr>
            </a:lvl2pPr>
            <a:lvl3pPr algn="l">
              <a:buNone/>
              <a:defRPr sz="1575" b="1">
                <a:solidFill>
                  <a:srgbClr val="F3F6F2"/>
                </a:solidFill>
                <a:latin typeface="Arial"/>
                <a:ea typeface="Arial"/>
                <a:cs typeface="Arial"/>
              </a:defRPr>
            </a:lvl3pPr>
            <a:lvl4pPr algn="l">
              <a:buNone/>
              <a:defRPr sz="1575" b="1">
                <a:solidFill>
                  <a:srgbClr val="F3F6F2"/>
                </a:solidFill>
                <a:latin typeface="Arial"/>
                <a:ea typeface="Arial"/>
                <a:cs typeface="Arial"/>
              </a:defRPr>
            </a:lvl4pPr>
            <a:lvl5pPr algn="l">
              <a:buNone/>
              <a:defRPr sz="1575" b="1">
                <a:solidFill>
                  <a:srgbClr val="F3F6F2"/>
                </a:solidFill>
                <a:latin typeface="Arial"/>
                <a:ea typeface="Arial"/>
                <a:cs typeface="Arial"/>
              </a:defRPr>
            </a:lvl5pPr>
            <a:lvl6pPr algn="l">
              <a:buNone/>
              <a:defRPr sz="1575" b="1">
                <a:solidFill>
                  <a:srgbClr val="F3F6F2"/>
                </a:solidFill>
                <a:latin typeface="Arial"/>
                <a:ea typeface="Arial"/>
                <a:cs typeface="Arial"/>
              </a:defRPr>
            </a:lvl6pPr>
            <a:lvl7pPr algn="l">
              <a:buNone/>
              <a:defRPr sz="1575" b="1">
                <a:solidFill>
                  <a:srgbClr val="F3F6F2"/>
                </a:solidFill>
                <a:latin typeface="Arial"/>
                <a:ea typeface="Arial"/>
                <a:cs typeface="Arial"/>
              </a:defRPr>
            </a:lvl7pPr>
            <a:lvl8pPr algn="l">
              <a:buNone/>
              <a:defRPr sz="1575" b="1">
                <a:solidFill>
                  <a:srgbClr val="F3F6F2"/>
                </a:solidFill>
                <a:latin typeface="Arial"/>
                <a:ea typeface="Arial"/>
                <a:cs typeface="Arial"/>
              </a:defRPr>
            </a:lvl8pPr>
            <a:lvl9pPr algn="l">
              <a:buNone/>
              <a:defRPr sz="1575" b="1">
                <a:solidFill>
                  <a:srgbClr val="F3F6F2"/>
                </a:solidFill>
                <a:latin typeface="Arial"/>
                <a:ea typeface="Arial"/>
                <a:cs typeface="Arial"/>
              </a:defRPr>
            </a:lvl9pPr>
          </a:lstStyle>
          <a:p xmlns:a="http://schemas.openxmlformats.org/drawingml/2006/main">
            <a:pPr algn="l">
              <a:buNone/>
              <a:defRPr sz="1575" b="1">
                <a:solidFill>
                  <a:srgbClr val="F3F6F2"/>
                </a:solidFill>
                <a:latin typeface="Arial"/>
                <a:ea typeface="Arial"/>
                <a:cs typeface="Arial"/>
              </a:defRPr>
            </a:pPr>
            <a:r>
              <a:rPr sz="1575" b="1">
                <a:solidFill>
                  <a:srgbClr val="F3F6F2"/>
                </a:solidFill>
                <a:latin typeface="Arial"/>
                <a:ea typeface="Arial"/>
                <a:cs typeface="Arial"/>
              </a:rPr>
              <a:t>A planner gets one ranked list and can still see the evidence behind each area.</a:t>
            </a:r>
          </a:p>
        </p:txBody>
      </p:sp>
    </p:spTree>
    <p:extLst>
      <p:ext uri="{BB962C8B-B14F-4D97-AF65-F5344CB8AC3E}">
        <p14:creationId xmlns:p14="http://schemas.microsoft.com/office/powerpoint/2010/main" val="1586517085"/>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DB1B963-9DF9-4716-BF0C-ED4B8F5855A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619F628E-2AFD-4ECE-9173-2F80E09DD29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 would test it with planners</a:t>
            </a:r>
          </a:p>
        </p:txBody>
      </p:sp>
      <p:sp>
        <p:nvSpPr>
          <p:cNvPr id="3" name="">
            <a:extLst xmlns:a="http://schemas.openxmlformats.org/drawingml/2006/main">
              <a:ext uri="{FF2B5EF4-FFF2-40B4-BE49-F238E27FC236}">
                <a16:creationId xmlns:a16="http://schemas.microsoft.com/office/drawing/2014/main" id="{EED12C04-19E6-49C4-9FF6-FCDE13367A5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DA3F38C-5196-4DD9-9CE5-7343F9F1AD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7280FD12-1BBC-4B04-9B6D-C883C167E4A8}"/>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5FD5403-D9EB-492F-B5B6-AB048E7A9AA4}"/>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DBB75A91-1537-4CAE-8FD7-C27475AE6BAC}"/>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Talk to users</a:t>
            </a:r>
          </a:p>
        </p:txBody>
      </p:sp>
      <p:sp>
        <p:nvSpPr>
          <p:cNvPr id="8" name="">
            <a:extLst xmlns:a="http://schemas.openxmlformats.org/drawingml/2006/main">
              <a:ext uri="{FF2B5EF4-FFF2-40B4-BE49-F238E27FC236}">
                <a16:creationId xmlns:a16="http://schemas.microsoft.com/office/drawing/2014/main" id="{50E6D35D-B0F9-400D-9DDE-B454A88C2A9B}"/>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Ask planners and GIS staff how they choose inspection areas today.</a:t>
            </a:r>
          </a:p>
        </p:txBody>
      </p:sp>
      <p:sp>
        <p:nvSpPr>
          <p:cNvPr id="9" name="">
            <a:extLst xmlns:a="http://schemas.openxmlformats.org/drawingml/2006/main">
              <a:ext uri="{FF2B5EF4-FFF2-40B4-BE49-F238E27FC236}">
                <a16:creationId xmlns:a16="http://schemas.microsoft.com/office/drawing/2014/main" id="{37D955D8-8D27-4FCC-9810-7C3A76A6152C}"/>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5825BD5A-1283-490F-8928-58676203D1B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98F1D138-ED9E-4793-BC4C-C10437379E36}"/>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Check the top five</a:t>
            </a:r>
          </a:p>
        </p:txBody>
      </p:sp>
      <p:sp>
        <p:nvSpPr>
          <p:cNvPr id="12" name="">
            <a:extLst xmlns:a="http://schemas.openxmlformats.org/drawingml/2006/main">
              <a:ext uri="{FF2B5EF4-FFF2-40B4-BE49-F238E27FC236}">
                <a16:creationId xmlns:a16="http://schemas.microsoft.com/office/drawing/2014/main" id="{CD812E68-6FC3-4FCB-9EBD-643983B2D3FE}"/>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Compare the ranking with local plans and visits to the area.</a:t>
            </a:r>
          </a:p>
        </p:txBody>
      </p:sp>
      <p:sp>
        <p:nvSpPr>
          <p:cNvPr id="13" name="">
            <a:extLst xmlns:a="http://schemas.openxmlformats.org/drawingml/2006/main">
              <a:ext uri="{FF2B5EF4-FFF2-40B4-BE49-F238E27FC236}">
                <a16:creationId xmlns:a16="http://schemas.microsoft.com/office/drawing/2014/main" id="{826A4375-85BA-4255-BF7C-A4AACD519587}"/>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0AD84B9D-2B1E-4D1C-981F-BC8F73DFEF41}"/>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5FA37AE1-7C7C-4307-B35A-CF7B30B783AB}"/>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Fix the score</a:t>
            </a:r>
          </a:p>
        </p:txBody>
      </p:sp>
      <p:sp>
        <p:nvSpPr>
          <p:cNvPr id="16" name="">
            <a:extLst xmlns:a="http://schemas.openxmlformats.org/drawingml/2006/main">
              <a:ext uri="{FF2B5EF4-FFF2-40B4-BE49-F238E27FC236}">
                <a16:creationId xmlns:a16="http://schemas.microsoft.com/office/drawing/2014/main" id="{0ACE3E1F-8F58-4551-AA79-887702A60239}"/>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Adjust the weights and add local information that we are missing.</a:t>
            </a:r>
          </a:p>
        </p:txBody>
      </p:sp>
      <p:sp>
        <p:nvSpPr>
          <p:cNvPr id="17" name="">
            <a:extLst xmlns:a="http://schemas.openxmlformats.org/drawingml/2006/main">
              <a:ext uri="{FF2B5EF4-FFF2-40B4-BE49-F238E27FC236}">
                <a16:creationId xmlns:a16="http://schemas.microsoft.com/office/drawing/2014/main" id="{06C1AA94-6740-4603-A8BD-9CFF64036BC6}"/>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404599A-7F95-40C4-941C-5E7FB150B909}"/>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5B3D57F8-D4FF-4947-B125-598624344CC3}"/>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Test again</a:t>
            </a:r>
          </a:p>
        </p:txBody>
      </p:sp>
      <p:sp>
        <p:nvSpPr>
          <p:cNvPr id="20" name="">
            <a:extLst xmlns:a="http://schemas.openxmlformats.org/drawingml/2006/main">
              <a:ext uri="{FF2B5EF4-FFF2-40B4-BE49-F238E27FC236}">
                <a16:creationId xmlns:a16="http://schemas.microsoft.com/office/drawing/2014/main" id="{63082BDA-E25D-4A50-8880-952F30254E0E}"/>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Run the same process in another part of Riyadh.</a:t>
            </a:r>
          </a:p>
        </p:txBody>
      </p:sp>
      <p:sp>
        <p:nvSpPr>
          <p:cNvPr id="21" name="">
            <a:extLst xmlns:a="http://schemas.openxmlformats.org/drawingml/2006/main">
              <a:ext uri="{FF2B5EF4-FFF2-40B4-BE49-F238E27FC236}">
                <a16:creationId xmlns:a16="http://schemas.microsoft.com/office/drawing/2014/main" id="{09FCF0FC-F06E-43F8-9876-5F57937245C3}"/>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83A2017B-C175-402F-8D81-FB8A1DDCBD87}"/>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THE TEST</a:t>
            </a:r>
          </a:p>
        </p:txBody>
      </p:sp>
      <p:sp>
        <p:nvSpPr>
          <p:cNvPr id="23" name="">
            <a:extLst xmlns:a="http://schemas.openxmlformats.org/drawingml/2006/main">
              <a:ext uri="{FF2B5EF4-FFF2-40B4-BE49-F238E27FC236}">
                <a16:creationId xmlns:a16="http://schemas.microsoft.com/office/drawing/2014/main" id="{46EF34DC-EDB2-451C-8CBE-3DAE083D2B4C}"/>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vl1pPr algn="l">
              <a:buNone/>
              <a:defRPr sz="2025" b="1">
                <a:solidFill>
                  <a:srgbClr val="F3F6F2"/>
                </a:solidFill>
                <a:latin typeface="Arial"/>
                <a:ea typeface="Arial"/>
                <a:cs typeface="Arial"/>
              </a:defRPr>
            </a:lvl1pPr>
            <a:lvl2pPr algn="l">
              <a:buNone/>
              <a:defRPr sz="2025" b="1">
                <a:solidFill>
                  <a:srgbClr val="F3F6F2"/>
                </a:solidFill>
                <a:latin typeface="Arial"/>
                <a:ea typeface="Arial"/>
                <a:cs typeface="Arial"/>
              </a:defRPr>
            </a:lvl2pPr>
            <a:lvl3pPr algn="l">
              <a:buNone/>
              <a:defRPr sz="2025" b="1">
                <a:solidFill>
                  <a:srgbClr val="F3F6F2"/>
                </a:solidFill>
                <a:latin typeface="Arial"/>
                <a:ea typeface="Arial"/>
                <a:cs typeface="Arial"/>
              </a:defRPr>
            </a:lvl3pPr>
            <a:lvl4pPr algn="l">
              <a:buNone/>
              <a:defRPr sz="2025" b="1">
                <a:solidFill>
                  <a:srgbClr val="F3F6F2"/>
                </a:solidFill>
                <a:latin typeface="Arial"/>
                <a:ea typeface="Arial"/>
                <a:cs typeface="Arial"/>
              </a:defRPr>
            </a:lvl4pPr>
            <a:lvl5pPr algn="l">
              <a:buNone/>
              <a:defRPr sz="2025" b="1">
                <a:solidFill>
                  <a:srgbClr val="F3F6F2"/>
                </a:solidFill>
                <a:latin typeface="Arial"/>
                <a:ea typeface="Arial"/>
                <a:cs typeface="Arial"/>
              </a:defRPr>
            </a:lvl5pPr>
            <a:lvl6pPr algn="l">
              <a:buNone/>
              <a:defRPr sz="2025" b="1">
                <a:solidFill>
                  <a:srgbClr val="F3F6F2"/>
                </a:solidFill>
                <a:latin typeface="Arial"/>
                <a:ea typeface="Arial"/>
                <a:cs typeface="Arial"/>
              </a:defRPr>
            </a:lvl6pPr>
            <a:lvl7pPr algn="l">
              <a:buNone/>
              <a:defRPr sz="2025" b="1">
                <a:solidFill>
                  <a:srgbClr val="F3F6F2"/>
                </a:solidFill>
                <a:latin typeface="Arial"/>
                <a:ea typeface="Arial"/>
                <a:cs typeface="Arial"/>
              </a:defRPr>
            </a:lvl7pPr>
            <a:lvl8pPr algn="l">
              <a:buNone/>
              <a:defRPr sz="2025" b="1">
                <a:solidFill>
                  <a:srgbClr val="F3F6F2"/>
                </a:solidFill>
                <a:latin typeface="Arial"/>
                <a:ea typeface="Arial"/>
                <a:cs typeface="Arial"/>
              </a:defRPr>
            </a:lvl8pPr>
            <a:lvl9pPr algn="l">
              <a:buNone/>
              <a:defRPr sz="2025" b="1">
                <a:solidFill>
                  <a:srgbClr val="F3F6F2"/>
                </a:solidFill>
                <a:latin typeface="Arial"/>
                <a:ea typeface="Arial"/>
                <a:cs typeface="Arial"/>
              </a:defRPr>
            </a:lvl9pPr>
          </a:lstStyle>
          <a:p xmlns:a="http://schemas.openxmlformats.org/drawingml/2006/main">
            <a:pPr algn="l">
              <a:buNone/>
              <a:defRPr sz="2025" b="1">
                <a:solidFill>
                  <a:srgbClr val="F3F6F2"/>
                </a:solidFill>
                <a:latin typeface="Arial"/>
                <a:ea typeface="Arial"/>
                <a:cs typeface="Arial"/>
              </a:defRPr>
            </a:pPr>
            <a:r>
              <a:rPr sz="2025" b="1">
                <a:solidFill>
                  <a:srgbClr val="F3F6F2"/>
                </a:solidFill>
                <a:latin typeface="Arial"/>
                <a:ea typeface="Arial"/>
                <a:cs typeface="Arial"/>
              </a:rPr>
              <a:t>Does HeatReady save time without sending staff to the wrong places?</a:t>
            </a:r>
          </a:p>
        </p:txBody>
      </p:sp>
    </p:spTree>
    <p:extLst>
      <p:ext uri="{BB962C8B-B14F-4D97-AF65-F5344CB8AC3E}">
        <p14:creationId xmlns:p14="http://schemas.microsoft.com/office/powerpoint/2010/main" val="668288"/>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B91714-5FB9-4453-BADB-112E4B67FF8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423A398-9928-46C9-85A7-C1D9AA0CCB3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D654D0FE-28CD-4725-81E8-6A4929F0F66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F11A6D4-6C25-4641-B1D0-47A99D28809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D12FC8D2-C252-4841-8066-4813F3DCFB05}"/>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F080BA81-7416-4DF5-AFDE-D950358E8BC3}"/>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vl1pPr algn="l">
              <a:buNone/>
              <a:defRPr sz="1125" b="1">
                <a:solidFill>
                  <a:srgbClr val="E2AD2B"/>
                </a:solidFill>
                <a:latin typeface="Arial"/>
                <a:ea typeface="Arial"/>
                <a:cs typeface="Arial"/>
              </a:defRPr>
            </a:lvl1pPr>
            <a:lvl2pPr algn="l">
              <a:buNone/>
              <a:defRPr sz="1125" b="1">
                <a:solidFill>
                  <a:srgbClr val="E2AD2B"/>
                </a:solidFill>
                <a:latin typeface="Arial"/>
                <a:ea typeface="Arial"/>
                <a:cs typeface="Arial"/>
              </a:defRPr>
            </a:lvl2pPr>
            <a:lvl3pPr algn="l">
              <a:buNone/>
              <a:defRPr sz="1125" b="1">
                <a:solidFill>
                  <a:srgbClr val="E2AD2B"/>
                </a:solidFill>
                <a:latin typeface="Arial"/>
                <a:ea typeface="Arial"/>
                <a:cs typeface="Arial"/>
              </a:defRPr>
            </a:lvl3pPr>
            <a:lvl4pPr algn="l">
              <a:buNone/>
              <a:defRPr sz="1125" b="1">
                <a:solidFill>
                  <a:srgbClr val="E2AD2B"/>
                </a:solidFill>
                <a:latin typeface="Arial"/>
                <a:ea typeface="Arial"/>
                <a:cs typeface="Arial"/>
              </a:defRPr>
            </a:lvl4pPr>
            <a:lvl5pPr algn="l">
              <a:buNone/>
              <a:defRPr sz="1125" b="1">
                <a:solidFill>
                  <a:srgbClr val="E2AD2B"/>
                </a:solidFill>
                <a:latin typeface="Arial"/>
                <a:ea typeface="Arial"/>
                <a:cs typeface="Arial"/>
              </a:defRPr>
            </a:lvl5pPr>
            <a:lvl6pPr algn="l">
              <a:buNone/>
              <a:defRPr sz="1125" b="1">
                <a:solidFill>
                  <a:srgbClr val="E2AD2B"/>
                </a:solidFill>
                <a:latin typeface="Arial"/>
                <a:ea typeface="Arial"/>
                <a:cs typeface="Arial"/>
              </a:defRPr>
            </a:lvl6pPr>
            <a:lvl7pPr algn="l">
              <a:buNone/>
              <a:defRPr sz="1125" b="1">
                <a:solidFill>
                  <a:srgbClr val="E2AD2B"/>
                </a:solidFill>
                <a:latin typeface="Arial"/>
                <a:ea typeface="Arial"/>
                <a:cs typeface="Arial"/>
              </a:defRPr>
            </a:lvl7pPr>
            <a:lvl8pPr algn="l">
              <a:buNone/>
              <a:defRPr sz="1125" b="1">
                <a:solidFill>
                  <a:srgbClr val="E2AD2B"/>
                </a:solidFill>
                <a:latin typeface="Arial"/>
                <a:ea typeface="Arial"/>
                <a:cs typeface="Arial"/>
              </a:defRPr>
            </a:lvl8pPr>
            <a:lvl9pPr algn="l">
              <a:buNone/>
              <a:defRPr sz="1125" b="1">
                <a:solidFill>
                  <a:srgbClr val="E2AD2B"/>
                </a:solidFill>
                <a:latin typeface="Arial"/>
                <a:ea typeface="Arial"/>
                <a:cs typeface="Arial"/>
              </a:defRPr>
            </a:lvl9pPr>
          </a:lstStyle>
          <a:p xmlns:a="http://schemas.openxmlformats.org/drawingml/2006/main">
            <a:pPr algn="l">
              <a:buNone/>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1928980311"/>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A154A0-9152-428E-944B-0E0870E1B3A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6ED6BF42-0F2A-494C-9F7C-AF560F1F71FB}"/>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BB316E38-8F22-484C-A5CB-393A18694142}"/>
              </a:ext>
            </a:extLst>
          </p:cNvPr>
          <p:cNvPicPr>
            <a:picLocks xmlns:a="http://schemas.openxmlformats.org/drawingml/2006/main" noChangeAspect="1"/>
          </p:cNvPicPr>
          <p:nvPr/>
        </p:nvPicPr>
        <p:blipFill>
          <a:blip xmlns:r="http://schemas.openxmlformats.org/officeDocument/2006/relationships" xmlns:a="http://schemas.openxmlformats.org/drawingml/2006/main" r:embed="R10d1e66dc58d44c2"/>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6EFEFC61-26E1-4023-B21A-B918F60BA0DE}"/>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vl1pPr algn="ctr">
              <a:buNone/>
              <a:defRPr sz="1125" b="1">
                <a:solidFill>
                  <a:srgbClr val="AFC4C6"/>
                </a:solidFill>
                <a:latin typeface="Arial"/>
                <a:ea typeface="Arial"/>
                <a:cs typeface="Arial"/>
              </a:defRPr>
            </a:lvl1pPr>
            <a:lvl2pPr algn="ctr">
              <a:buNone/>
              <a:defRPr sz="1125" b="1">
                <a:solidFill>
                  <a:srgbClr val="AFC4C6"/>
                </a:solidFill>
                <a:latin typeface="Arial"/>
                <a:ea typeface="Arial"/>
                <a:cs typeface="Arial"/>
              </a:defRPr>
            </a:lvl2pPr>
            <a:lvl3pPr algn="ctr">
              <a:buNone/>
              <a:defRPr sz="1125" b="1">
                <a:solidFill>
                  <a:srgbClr val="AFC4C6"/>
                </a:solidFill>
                <a:latin typeface="Arial"/>
                <a:ea typeface="Arial"/>
                <a:cs typeface="Arial"/>
              </a:defRPr>
            </a:lvl3pPr>
            <a:lvl4pPr algn="ctr">
              <a:buNone/>
              <a:defRPr sz="1125" b="1">
                <a:solidFill>
                  <a:srgbClr val="AFC4C6"/>
                </a:solidFill>
                <a:latin typeface="Arial"/>
                <a:ea typeface="Arial"/>
                <a:cs typeface="Arial"/>
              </a:defRPr>
            </a:lvl4pPr>
            <a:lvl5pPr algn="ctr">
              <a:buNone/>
              <a:defRPr sz="1125" b="1">
                <a:solidFill>
                  <a:srgbClr val="AFC4C6"/>
                </a:solidFill>
                <a:latin typeface="Arial"/>
                <a:ea typeface="Arial"/>
                <a:cs typeface="Arial"/>
              </a:defRPr>
            </a:lvl5pPr>
            <a:lvl6pPr algn="ctr">
              <a:buNone/>
              <a:defRPr sz="1125" b="1">
                <a:solidFill>
                  <a:srgbClr val="AFC4C6"/>
                </a:solidFill>
                <a:latin typeface="Arial"/>
                <a:ea typeface="Arial"/>
                <a:cs typeface="Arial"/>
              </a:defRPr>
            </a:lvl6pPr>
            <a:lvl7pPr algn="ctr">
              <a:buNone/>
              <a:defRPr sz="1125" b="1">
                <a:solidFill>
                  <a:srgbClr val="AFC4C6"/>
                </a:solidFill>
                <a:latin typeface="Arial"/>
                <a:ea typeface="Arial"/>
                <a:cs typeface="Arial"/>
              </a:defRPr>
            </a:lvl7pPr>
            <a:lvl8pPr algn="ctr">
              <a:buNone/>
              <a:defRPr sz="1125" b="1">
                <a:solidFill>
                  <a:srgbClr val="AFC4C6"/>
                </a:solidFill>
                <a:latin typeface="Arial"/>
                <a:ea typeface="Arial"/>
                <a:cs typeface="Arial"/>
              </a:defRPr>
            </a:lvl8pPr>
            <a:lvl9pPr algn="ctr">
              <a:buNone/>
              <a:defRPr sz="1125" b="1">
                <a:solidFill>
                  <a:srgbClr val="AFC4C6"/>
                </a:solidFill>
                <a:latin typeface="Arial"/>
                <a:ea typeface="Arial"/>
                <a:cs typeface="Arial"/>
              </a:defRPr>
            </a:lvl9pPr>
          </a:lstStyle>
          <a:p xmlns:a="http://schemas.openxmlformats.org/drawingml/2006/main">
            <a:pPr algn="ctr">
              <a:buNone/>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49EE530E-A791-4BE6-829C-0F4A240B8DC3}"/>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892BC8B-5090-46B8-968F-5192225D6C63}"/>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RESULTS</a:t>
            </a:r>
          </a:p>
        </p:txBody>
      </p:sp>
      <p:sp>
        <p:nvSpPr>
          <p:cNvPr id="7" name="">
            <a:extLst xmlns:a="http://schemas.openxmlformats.org/drawingml/2006/main">
              <a:ext uri="{FF2B5EF4-FFF2-40B4-BE49-F238E27FC236}">
                <a16:creationId xmlns:a16="http://schemas.microsoft.com/office/drawing/2014/main" id="{7728A8B3-4DF4-4F84-B272-B2A2D3F27E14}"/>
              </a:ext>
            </a:extLst>
          </p:cNvPr>
          <p:cNvSpPr>
            <a:spLocks xmlns:a="http://schemas.openxmlformats.org/drawingml/2006/main" noGrp="1"/>
          </p:cNvSpPr>
          <p:nvPr/>
        </p:nvSpPr>
        <p:spPr>
          <a:xfrm xmlns:a="http://schemas.openxmlformats.org/drawingml/2006/main">
            <a:off x="7524750" y="19812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8" name="">
            <a:extLst xmlns:a="http://schemas.openxmlformats.org/drawingml/2006/main">
              <a:ext uri="{FF2B5EF4-FFF2-40B4-BE49-F238E27FC236}">
                <a16:creationId xmlns:a16="http://schemas.microsoft.com/office/drawing/2014/main" id="{6CF4CB5F-E3EA-48BD-BCAB-7D4A7E8C74F3}"/>
              </a:ext>
            </a:extLst>
          </p:cNvPr>
          <p:cNvSpPr>
            <a:spLocks xmlns:a="http://schemas.openxmlformats.org/drawingml/2006/main" noGrp="1"/>
          </p:cNvSpPr>
          <p:nvPr/>
        </p:nvSpPr>
        <p:spPr>
          <a:xfrm xmlns:a="http://schemas.openxmlformats.org/drawingml/2006/main">
            <a:off x="7524750" y="25527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9" name="">
            <a:extLst xmlns:a="http://schemas.openxmlformats.org/drawingml/2006/main">
              <a:ext uri="{FF2B5EF4-FFF2-40B4-BE49-F238E27FC236}">
                <a16:creationId xmlns:a16="http://schemas.microsoft.com/office/drawing/2014/main" id="{6D866C21-5947-4B6C-8446-030BA60B1FDF}"/>
              </a:ext>
            </a:extLst>
          </p:cNvPr>
          <p:cNvSpPr>
            <a:spLocks xmlns:a="http://schemas.openxmlformats.org/drawingml/2006/main" noGrp="1"/>
          </p:cNvSpPr>
          <p:nvPr/>
        </p:nvSpPr>
        <p:spPr>
          <a:xfrm xmlns:a="http://schemas.openxmlformats.org/drawingml/2006/main">
            <a:off x="7524750" y="3124200"/>
            <a:ext cx="369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0" name="">
            <a:extLst xmlns:a="http://schemas.openxmlformats.org/drawingml/2006/main">
              <a:ext uri="{FF2B5EF4-FFF2-40B4-BE49-F238E27FC236}">
                <a16:creationId xmlns:a16="http://schemas.microsoft.com/office/drawing/2014/main" id="{4850286E-1497-4113-99E9-B0892888683D}"/>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LIMITS</a:t>
            </a:r>
          </a:p>
        </p:txBody>
      </p:sp>
      <p:sp>
        <p:nvSpPr>
          <p:cNvPr id="11" name="">
            <a:extLst xmlns:a="http://schemas.openxmlformats.org/drawingml/2006/main">
              <a:ext uri="{FF2B5EF4-FFF2-40B4-BE49-F238E27FC236}">
                <a16:creationId xmlns:a16="http://schemas.microsoft.com/office/drawing/2014/main" id="{EEADD76E-0B7A-4439-9CDC-D35C59E5CCBC}"/>
              </a:ext>
            </a:extLst>
          </p:cNvPr>
          <p:cNvSpPr>
            <a:spLocks xmlns:a="http://schemas.openxmlformats.org/drawingml/2006/main" noGrp="1"/>
          </p:cNvSpPr>
          <p:nvPr/>
        </p:nvSpPr>
        <p:spPr>
          <a:xfrm xmlns:a="http://schemas.openxmlformats.org/drawingml/2006/main">
            <a:off x="7524750" y="41719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2" name="">
            <a:extLst xmlns:a="http://schemas.openxmlformats.org/drawingml/2006/main">
              <a:ext uri="{FF2B5EF4-FFF2-40B4-BE49-F238E27FC236}">
                <a16:creationId xmlns:a16="http://schemas.microsoft.com/office/drawing/2014/main" id="{398FC2DB-BACA-410E-9E4C-717EF1C0A957}"/>
              </a:ext>
            </a:extLst>
          </p:cNvPr>
          <p:cNvSpPr>
            <a:spLocks xmlns:a="http://schemas.openxmlformats.org/drawingml/2006/main" noGrp="1"/>
          </p:cNvSpPr>
          <p:nvPr/>
        </p:nvSpPr>
        <p:spPr>
          <a:xfrm xmlns:a="http://schemas.openxmlformats.org/drawingml/2006/main">
            <a:off x="7524750" y="46291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3" name="">
            <a:extLst xmlns:a="http://schemas.openxmlformats.org/drawingml/2006/main">
              <a:ext uri="{FF2B5EF4-FFF2-40B4-BE49-F238E27FC236}">
                <a16:creationId xmlns:a16="http://schemas.microsoft.com/office/drawing/2014/main" id="{97D2E08A-EF85-459D-BD49-3041B1F680C3}"/>
              </a:ext>
            </a:extLst>
          </p:cNvPr>
          <p:cNvSpPr>
            <a:spLocks xmlns:a="http://schemas.openxmlformats.org/drawingml/2006/main" noGrp="1"/>
          </p:cNvSpPr>
          <p:nvPr/>
        </p:nvSpPr>
        <p:spPr>
          <a:xfrm xmlns:a="http://schemas.openxmlformats.org/drawingml/2006/main">
            <a:off x="7524750" y="5086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14" name="">
            <a:extLst xmlns:a="http://schemas.openxmlformats.org/drawingml/2006/main">
              <a:ext uri="{FF2B5EF4-FFF2-40B4-BE49-F238E27FC236}">
                <a16:creationId xmlns:a16="http://schemas.microsoft.com/office/drawing/2014/main" id="{2AB7ACB5-C0F0-40A3-9BD0-EC51B35C89D1}"/>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15" name="">
            <a:extLst xmlns:a="http://schemas.openxmlformats.org/drawingml/2006/main">
              <a:ext uri="{FF2B5EF4-FFF2-40B4-BE49-F238E27FC236}">
                <a16:creationId xmlns:a16="http://schemas.microsoft.com/office/drawing/2014/main" id="{5069E975-441A-438B-BA4E-69457F3D20B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6" name="">
            <a:extLst xmlns:a="http://schemas.openxmlformats.org/drawingml/2006/main">
              <a:ext uri="{FF2B5EF4-FFF2-40B4-BE49-F238E27FC236}">
                <a16:creationId xmlns:a16="http://schemas.microsoft.com/office/drawing/2014/main" id="{1A326DC3-1A0B-4C82-B2B4-88B751099826}"/>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2063543567"/>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2026-10-25T14:52:13.5490000Z</dcterms:created>
  <dcterms:modified xsi:type="dcterms:W3CDTF">2026-10-25T14:52:13.5490000Z</dcterms:modified>
</coreProperties>
</file>